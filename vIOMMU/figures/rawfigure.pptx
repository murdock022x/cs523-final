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73"/>
    <p:restoredTop sz="94694"/>
  </p:normalViewPr>
  <p:slideViewPr>
    <p:cSldViewPr snapToGrid="0">
      <p:cViewPr varScale="1">
        <p:scale>
          <a:sx n="109" d="100"/>
          <a:sy n="109" d="100"/>
        </p:scale>
        <p:origin x="1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3A1CD-BF1D-39B6-FCB1-8D378E62E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B45D1B-3DA3-BFE3-B3E7-4536F203E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7E323-FAED-3D13-1A03-687B748B8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92DF-C7C1-6546-9C0F-5B3E755E92A6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180DC-873D-5F91-24BA-F86986A0A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41B00-0667-122B-7F1D-E8F524579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3C30B-687C-704F-9302-937E0BA90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7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E6E9B-A429-6F33-7E49-07038A638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24ADC-39A0-5C0B-895D-32FAE93FA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118E4-D4A2-7F4D-9192-A740A5841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92DF-C7C1-6546-9C0F-5B3E755E92A6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84664-8B07-1CC6-8238-BA5050A3E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A5EBD-F7CC-E73C-4610-97F6EFBB5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3C30B-687C-704F-9302-937E0BA90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42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26FC9-6EBE-0EA6-130F-D34BBA056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7F4C-E4E3-86FF-9A3B-E6178B568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9135-34EC-0CC6-C16F-52B749FF8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92DF-C7C1-6546-9C0F-5B3E755E92A6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E3C08-020F-00F9-C04D-39EFF2785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C62AB-D0BA-E0D5-F310-C31F2176E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3C30B-687C-704F-9302-937E0BA90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373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745AC-5D1F-62E8-0433-0D6D51258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EFFEE-E501-0118-537D-20B1207C9B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86CC51-0132-780D-FBB1-D39D97DDE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C2617-FF87-7FC1-87E7-2C6209E72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92DF-C7C1-6546-9C0F-5B3E755E92A6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2FAC8B-25E8-4FF4-8E13-E63BEC8C0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43112-29AA-B4C4-C5E2-20F43B5BB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3C30B-687C-704F-9302-937E0BA90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A6981-D5CB-42AD-3255-80392E6AF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4F61D-B8F0-4279-B503-E0BEB9878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DB28A-9EC9-EDA6-6DE8-7DACB10CE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AC50EA-2B8F-6A43-72BF-493D34AE2A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E3A47A-F7CC-B3F0-94F6-0571EA65C1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6A5ABA-7C13-B085-059E-87CAFD73D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92DF-C7C1-6546-9C0F-5B3E755E92A6}" type="datetimeFigureOut">
              <a:rPr lang="en-US" smtClean="0"/>
              <a:t>3/28/26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F0E282-A9A0-A993-DA6D-06B72B598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E74579-6A47-D83B-705C-211ED0383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3C30B-687C-704F-9302-937E0BA90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290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14816-5AB2-5BDC-5145-679BE1DA3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8E0C38-9201-1503-540C-2DC026C9E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92DF-C7C1-6546-9C0F-5B3E755E92A6}" type="datetimeFigureOut">
              <a:rPr lang="en-US" smtClean="0"/>
              <a:t>3/28/26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C6E415-98CA-336A-0DBB-3DEC7FC3A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44EF6-9A1C-B4D8-DD3E-A4EC6BA90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3C30B-687C-704F-9302-937E0BA90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29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7A275-3017-ACB8-03E8-13FB4884A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92DF-C7C1-6546-9C0F-5B3E755E92A6}" type="datetimeFigureOut">
              <a:rPr lang="en-US" smtClean="0"/>
              <a:t>3/28/26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CF2261-097D-DC91-F9EB-3A379B372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517D1-FC32-ACBE-5495-2E0D25EC5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3C30B-687C-704F-9302-937E0BA90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75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76021-BD4D-B790-3101-ECBAE8927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F9AFA-806E-F8A8-9E3A-FA3EB38EE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0EB1CC-78CF-AA60-7DE4-5116E27E9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4C245-712B-CF0A-7839-770CD3882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92DF-C7C1-6546-9C0F-5B3E755E92A6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9F231-0230-371A-AB05-52AD89742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6D0C1C-6F7A-109B-E0F6-C695DA857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3C30B-687C-704F-9302-937E0BA90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69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CF9F9-E3B3-EC5B-4FBB-54243FA45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D2556C-ECDB-9C49-E530-5E9B734F51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30277-3588-1AC2-2928-D8BF2C404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EABA0-6E77-CBCF-074A-1464A31A0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92DF-C7C1-6546-9C0F-5B3E755E92A6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AEDCC-9EC4-BE74-EA32-5FFBEFC31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FF4D1-473E-0F88-6A6A-5DB3F19F4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3C30B-687C-704F-9302-937E0BA90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722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59B4F-F359-9FD5-D758-4E0ADBE54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9A3BA4-8866-6394-8760-FFCFC2898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E60F7-7ACD-2157-CA29-DA7568EF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92DF-C7C1-6546-9C0F-5B3E755E92A6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40C5C-F853-C1C6-28CF-D67E2E15F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553B7-0601-5E48-5C04-E3C8230F4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3C30B-687C-704F-9302-937E0BA90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61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DC4F2A-62CC-A0D9-2B81-14D317740F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3BB903-755D-B65D-6928-E72B3CD5C6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C49F1-9D45-E26A-C7B9-245E7C497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92DF-C7C1-6546-9C0F-5B3E755E92A6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757DC-49D4-6BE5-F858-A7BF24296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5B4C9-5974-1029-8487-B44BAB70B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3C30B-687C-704F-9302-937E0BA90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16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DE8645-FF60-FCAA-C9F9-351C11CE5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EEC06-B0A3-F200-DAF0-240C30009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E8A9F-317B-6D03-2096-68EB884E15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3392DF-C7C1-6546-9C0F-5B3E755E92A6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9E4FA-8CA6-299D-00A0-D2B6BBE1E0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5E415-308C-5A29-34CD-52B50DFE92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C3C30B-687C-704F-9302-937E0BA90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24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17A70-794F-97F6-B544-0E90A35E7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D4CA5C-0379-A920-974D-59C2D7640624}"/>
              </a:ext>
            </a:extLst>
          </p:cNvPr>
          <p:cNvSpPr/>
          <p:nvPr/>
        </p:nvSpPr>
        <p:spPr>
          <a:xfrm>
            <a:off x="687540" y="808543"/>
            <a:ext cx="2388313" cy="2557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5CFEFC-0DAF-2519-DDF0-6FFDE59EC563}"/>
              </a:ext>
            </a:extLst>
          </p:cNvPr>
          <p:cNvSpPr/>
          <p:nvPr/>
        </p:nvSpPr>
        <p:spPr>
          <a:xfrm>
            <a:off x="867117" y="1230924"/>
            <a:ext cx="2056792" cy="9612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IOMMU Subsystem</a:t>
            </a: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9BE509-8DB1-116C-7C07-43D3E88CEEC1}"/>
              </a:ext>
            </a:extLst>
          </p:cNvPr>
          <p:cNvSpPr/>
          <p:nvPr/>
        </p:nvSpPr>
        <p:spPr>
          <a:xfrm>
            <a:off x="867116" y="2709551"/>
            <a:ext cx="2074985" cy="4439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 Driver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13CA55-3FC5-6A20-0479-A61F9152EFD3}"/>
              </a:ext>
            </a:extLst>
          </p:cNvPr>
          <p:cNvSpPr/>
          <p:nvPr/>
        </p:nvSpPr>
        <p:spPr>
          <a:xfrm>
            <a:off x="687539" y="3685543"/>
            <a:ext cx="2471437" cy="961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C02741-A9C5-445F-FC6D-632F9DDC4A9D}"/>
              </a:ext>
            </a:extLst>
          </p:cNvPr>
          <p:cNvSpPr/>
          <p:nvPr/>
        </p:nvSpPr>
        <p:spPr>
          <a:xfrm>
            <a:off x="867116" y="4025513"/>
            <a:ext cx="2074985" cy="4454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vIOMMU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1B3BD2-DB3D-A7A8-A049-78032610E9A6}"/>
              </a:ext>
            </a:extLst>
          </p:cNvPr>
          <p:cNvSpPr/>
          <p:nvPr/>
        </p:nvSpPr>
        <p:spPr>
          <a:xfrm>
            <a:off x="3786858" y="821429"/>
            <a:ext cx="2423936" cy="28665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F917B0-A256-6F64-707D-72C127489AF5}"/>
              </a:ext>
            </a:extLst>
          </p:cNvPr>
          <p:cNvSpPr/>
          <p:nvPr/>
        </p:nvSpPr>
        <p:spPr>
          <a:xfrm>
            <a:off x="4009292" y="1285914"/>
            <a:ext cx="2016369" cy="15338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6D070C-4ABC-5033-29CE-B4A93AE17AC4}"/>
              </a:ext>
            </a:extLst>
          </p:cNvPr>
          <p:cNvSpPr/>
          <p:nvPr/>
        </p:nvSpPr>
        <p:spPr>
          <a:xfrm>
            <a:off x="4192561" y="2332898"/>
            <a:ext cx="1641232" cy="3586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7AB27E-17A4-1556-AA94-96998576296E}"/>
              </a:ext>
            </a:extLst>
          </p:cNvPr>
          <p:cNvSpPr/>
          <p:nvPr/>
        </p:nvSpPr>
        <p:spPr>
          <a:xfrm>
            <a:off x="3964264" y="1285914"/>
            <a:ext cx="1641232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Guest Memory</a:t>
            </a:r>
          </a:p>
        </p:txBody>
      </p: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ACA0301B-76B9-F293-796D-6A5CB605859B}"/>
              </a:ext>
            </a:extLst>
          </p:cNvPr>
          <p:cNvGrpSpPr/>
          <p:nvPr/>
        </p:nvGrpSpPr>
        <p:grpSpPr>
          <a:xfrm>
            <a:off x="4018426" y="1633222"/>
            <a:ext cx="1819667" cy="600802"/>
            <a:chOff x="4018426" y="2100733"/>
            <a:chExt cx="1819667" cy="60080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48CAFB1-0700-D65F-536E-808DB2956690}"/>
                </a:ext>
              </a:extLst>
            </p:cNvPr>
            <p:cNvSpPr/>
            <p:nvPr/>
          </p:nvSpPr>
          <p:spPr>
            <a:xfrm>
              <a:off x="4196860" y="2136359"/>
              <a:ext cx="1641232" cy="5651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7639A33-9882-F248-543E-95DC802CCD31}"/>
                </a:ext>
              </a:extLst>
            </p:cNvPr>
            <p:cNvSpPr/>
            <p:nvPr/>
          </p:nvSpPr>
          <p:spPr>
            <a:xfrm>
              <a:off x="4018426" y="2100733"/>
              <a:ext cx="963425" cy="3519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gIOPT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FA822F2-2804-2CB2-1BF7-AE24B55FBEB7}"/>
                </a:ext>
              </a:extLst>
            </p:cNvPr>
            <p:cNvSpPr/>
            <p:nvPr/>
          </p:nvSpPr>
          <p:spPr>
            <a:xfrm>
              <a:off x="4196861" y="2330457"/>
              <a:ext cx="1641232" cy="3519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IOVA 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Wingdings" pitchFamily="2" charset="2"/>
                </a:rPr>
                <a:t> 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GPA</a:t>
              </a: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2624119-3634-4EAF-99C9-73709DD66A8A}"/>
              </a:ext>
            </a:extLst>
          </p:cNvPr>
          <p:cNvSpPr/>
          <p:nvPr/>
        </p:nvSpPr>
        <p:spPr>
          <a:xfrm>
            <a:off x="4018426" y="2955937"/>
            <a:ext cx="2007235" cy="5651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B22E8D-D84F-B949-E701-5C6C35285221}"/>
              </a:ext>
            </a:extLst>
          </p:cNvPr>
          <p:cNvSpPr/>
          <p:nvPr/>
        </p:nvSpPr>
        <p:spPr>
          <a:xfrm>
            <a:off x="3852173" y="2920311"/>
            <a:ext cx="963425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hIOPT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9D71B0-012E-6CAF-8D23-5DB7783DC7FE}"/>
              </a:ext>
            </a:extLst>
          </p:cNvPr>
          <p:cNvSpPr/>
          <p:nvPr/>
        </p:nvSpPr>
        <p:spPr>
          <a:xfrm>
            <a:off x="4161236" y="3150035"/>
            <a:ext cx="1641232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GPA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HPA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FF3917-261A-B998-AC7C-F5859D7B6E14}"/>
              </a:ext>
            </a:extLst>
          </p:cNvPr>
          <p:cNvSpPr/>
          <p:nvPr/>
        </p:nvSpPr>
        <p:spPr>
          <a:xfrm>
            <a:off x="3704075" y="821429"/>
            <a:ext cx="1075898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Memory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F6E033-F156-647D-6EBF-B33DF479F270}"/>
              </a:ext>
            </a:extLst>
          </p:cNvPr>
          <p:cNvSpPr/>
          <p:nvPr/>
        </p:nvSpPr>
        <p:spPr>
          <a:xfrm>
            <a:off x="6633135" y="821429"/>
            <a:ext cx="1453961" cy="2873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IOMMU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D81EAC-0370-3CF3-C41E-EA7A8803C11A}"/>
              </a:ext>
            </a:extLst>
          </p:cNvPr>
          <p:cNvSpPr/>
          <p:nvPr/>
        </p:nvSpPr>
        <p:spPr>
          <a:xfrm>
            <a:off x="7140191" y="2955937"/>
            <a:ext cx="946906" cy="739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IOTLB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489605-0BF6-5D58-5004-0E5D6D131BD5}"/>
              </a:ext>
            </a:extLst>
          </p:cNvPr>
          <p:cNvSpPr/>
          <p:nvPr/>
        </p:nvSpPr>
        <p:spPr>
          <a:xfrm>
            <a:off x="4583723" y="4099635"/>
            <a:ext cx="2423676" cy="520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7F954BA-3A6E-2D15-9DFF-AD3C61CA9697}"/>
              </a:ext>
            </a:extLst>
          </p:cNvPr>
          <p:cNvSpPr/>
          <p:nvPr/>
        </p:nvSpPr>
        <p:spPr>
          <a:xfrm>
            <a:off x="651914" y="809716"/>
            <a:ext cx="1208874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Guest 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FF74B27-7819-B7B0-3F5E-09594A69BC96}"/>
              </a:ext>
            </a:extLst>
          </p:cNvPr>
          <p:cNvSpPr/>
          <p:nvPr/>
        </p:nvSpPr>
        <p:spPr>
          <a:xfrm>
            <a:off x="553185" y="3643753"/>
            <a:ext cx="1491059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Hypervisor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CB5C81D-CA0E-BC7C-36B0-90A26A423CE0}"/>
              </a:ext>
            </a:extLst>
          </p:cNvPr>
          <p:cNvCxnSpPr>
            <a:cxnSpLocks/>
          </p:cNvCxnSpPr>
          <p:nvPr/>
        </p:nvCxnSpPr>
        <p:spPr>
          <a:xfrm flipV="1">
            <a:off x="1109965" y="2192216"/>
            <a:ext cx="0" cy="517335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FC23BA4-CAFB-3FDE-DCFE-A6A8F828AE66}"/>
              </a:ext>
            </a:extLst>
          </p:cNvPr>
          <p:cNvCxnSpPr>
            <a:cxnSpLocks/>
          </p:cNvCxnSpPr>
          <p:nvPr/>
        </p:nvCxnSpPr>
        <p:spPr>
          <a:xfrm>
            <a:off x="1337196" y="2192216"/>
            <a:ext cx="0" cy="517335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6CA5AF0-D0E2-8C26-7C3B-2EB8CA20F2F2}"/>
              </a:ext>
            </a:extLst>
          </p:cNvPr>
          <p:cNvCxnSpPr>
            <a:cxnSpLocks/>
          </p:cNvCxnSpPr>
          <p:nvPr/>
        </p:nvCxnSpPr>
        <p:spPr>
          <a:xfrm>
            <a:off x="2348201" y="3516882"/>
            <a:ext cx="2235522" cy="856460"/>
          </a:xfrm>
          <a:prstGeom prst="bentConnector3">
            <a:avLst>
              <a:gd name="adj1" fmla="val 50000"/>
            </a:avLst>
          </a:prstGeom>
          <a:ln w="2222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5DC88089-92A4-F755-41D1-BF85989A6609}"/>
              </a:ext>
            </a:extLst>
          </p:cNvPr>
          <p:cNvSpPr/>
          <p:nvPr/>
        </p:nvSpPr>
        <p:spPr>
          <a:xfrm rot="20536426">
            <a:off x="583647" y="2393013"/>
            <a:ext cx="704202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BFD8159-BDAF-1929-6E7D-FF73B46C2BB6}"/>
              </a:ext>
            </a:extLst>
          </p:cNvPr>
          <p:cNvSpPr/>
          <p:nvPr/>
        </p:nvSpPr>
        <p:spPr>
          <a:xfrm rot="20394676">
            <a:off x="1309739" y="2375237"/>
            <a:ext cx="704202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IOVA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6A1CAE5-63CA-32CD-247E-78D2283E014D}"/>
              </a:ext>
            </a:extLst>
          </p:cNvPr>
          <p:cNvSpPr/>
          <p:nvPr/>
        </p:nvSpPr>
        <p:spPr>
          <a:xfrm>
            <a:off x="799672" y="2255407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E77BF15-DCF9-DDFE-794B-65CFB905D4C9}"/>
              </a:ext>
            </a:extLst>
          </p:cNvPr>
          <p:cNvSpPr/>
          <p:nvPr/>
        </p:nvSpPr>
        <p:spPr>
          <a:xfrm>
            <a:off x="1379500" y="2256017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FA18BD8-45F1-5ECA-C75F-B08C6FF62EF0}"/>
              </a:ext>
            </a:extLst>
          </p:cNvPr>
          <p:cNvSpPr/>
          <p:nvPr/>
        </p:nvSpPr>
        <p:spPr>
          <a:xfrm>
            <a:off x="837055" y="450656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7B55999-2246-F55F-DC10-3F84F7589C6C}"/>
              </a:ext>
            </a:extLst>
          </p:cNvPr>
          <p:cNvSpPr/>
          <p:nvPr/>
        </p:nvSpPr>
        <p:spPr>
          <a:xfrm rot="849017">
            <a:off x="3070702" y="1226982"/>
            <a:ext cx="853004" cy="274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 </a:t>
            </a:r>
            <a:b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45E4C46-7D28-6EA0-6B1A-9684B5423D87}"/>
              </a:ext>
            </a:extLst>
          </p:cNvPr>
          <p:cNvSpPr/>
          <p:nvPr/>
        </p:nvSpPr>
        <p:spPr>
          <a:xfrm>
            <a:off x="3788245" y="4062484"/>
            <a:ext cx="704202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IOVA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72FBD07-7122-21ED-0A60-827B9894BAE8}"/>
              </a:ext>
            </a:extLst>
          </p:cNvPr>
          <p:cNvSpPr/>
          <p:nvPr/>
        </p:nvSpPr>
        <p:spPr>
          <a:xfrm>
            <a:off x="3653921" y="4091870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0CAD933F-F81E-E835-EFA1-E8DED860ACA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960067" y="3590349"/>
            <a:ext cx="700908" cy="606246"/>
          </a:xfrm>
          <a:prstGeom prst="bentConnector3">
            <a:avLst>
              <a:gd name="adj1" fmla="val 425"/>
            </a:avLst>
          </a:prstGeom>
          <a:ln w="22225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5A0739A-9066-701A-1EF1-E4B709B068A7}"/>
              </a:ext>
            </a:extLst>
          </p:cNvPr>
          <p:cNvCxnSpPr>
            <a:cxnSpLocks/>
          </p:cNvCxnSpPr>
          <p:nvPr/>
        </p:nvCxnSpPr>
        <p:spPr>
          <a:xfrm flipV="1">
            <a:off x="1906501" y="2181331"/>
            <a:ext cx="0" cy="517335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59F744C2-9523-DBD1-138F-84A8DA5BDC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5784928" y="2414865"/>
            <a:ext cx="870943" cy="4082"/>
          </a:xfrm>
          <a:prstGeom prst="bentConnector3">
            <a:avLst>
              <a:gd name="adj1" fmla="val 50000"/>
            </a:avLst>
          </a:prstGeom>
          <a:ln w="22225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1D3A5FE5-5E17-6D9F-0223-11AF043872B9}"/>
              </a:ext>
            </a:extLst>
          </p:cNvPr>
          <p:cNvCxnSpPr>
            <a:cxnSpLocks/>
          </p:cNvCxnSpPr>
          <p:nvPr/>
        </p:nvCxnSpPr>
        <p:spPr>
          <a:xfrm rot="5400000">
            <a:off x="5757625" y="2651002"/>
            <a:ext cx="823660" cy="351386"/>
          </a:xfrm>
          <a:prstGeom prst="bentConnector2">
            <a:avLst/>
          </a:prstGeom>
          <a:ln w="22225">
            <a:solidFill>
              <a:srgbClr val="00B050"/>
            </a:solidFill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B8BB16C3-DE99-E62E-162B-F9217BA8CBEB}"/>
              </a:ext>
            </a:extLst>
          </p:cNvPr>
          <p:cNvCxnSpPr>
            <a:cxnSpLocks/>
          </p:cNvCxnSpPr>
          <p:nvPr/>
        </p:nvCxnSpPr>
        <p:spPr>
          <a:xfrm rot="10800000" flipV="1">
            <a:off x="5765719" y="1837800"/>
            <a:ext cx="890151" cy="1"/>
          </a:xfrm>
          <a:prstGeom prst="bentConnector3">
            <a:avLst>
              <a:gd name="adj1" fmla="val 50000"/>
            </a:avLst>
          </a:prstGeom>
          <a:ln w="22225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A1867E3B-3D05-4796-49FB-4899D9C9343A}"/>
              </a:ext>
            </a:extLst>
          </p:cNvPr>
          <p:cNvSpPr/>
          <p:nvPr/>
        </p:nvSpPr>
        <p:spPr>
          <a:xfrm>
            <a:off x="6862255" y="3843500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82660FF-0BC9-C5FA-6583-7540084E1765}"/>
              </a:ext>
            </a:extLst>
          </p:cNvPr>
          <p:cNvSpPr/>
          <p:nvPr/>
        </p:nvSpPr>
        <p:spPr>
          <a:xfrm>
            <a:off x="6781988" y="3807070"/>
            <a:ext cx="881668" cy="303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IOVA</a:t>
            </a:r>
            <a: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access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F07B91DE-C1AD-B774-BD63-FB788AB110AC}"/>
              </a:ext>
            </a:extLst>
          </p:cNvPr>
          <p:cNvSpPr/>
          <p:nvPr/>
        </p:nvSpPr>
        <p:spPr>
          <a:xfrm>
            <a:off x="6070689" y="2476778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51BFE323-E280-9273-0987-39B25B2E740E}"/>
              </a:ext>
            </a:extLst>
          </p:cNvPr>
          <p:cNvSpPr/>
          <p:nvPr/>
        </p:nvSpPr>
        <p:spPr>
          <a:xfrm>
            <a:off x="5878458" y="1520372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A79421D-87D9-F53A-8BE4-4C950FF14661}"/>
              </a:ext>
            </a:extLst>
          </p:cNvPr>
          <p:cNvSpPr/>
          <p:nvPr/>
        </p:nvSpPr>
        <p:spPr>
          <a:xfrm>
            <a:off x="6014833" y="1501613"/>
            <a:ext cx="630403" cy="214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8F0AE26-1649-EE75-BAEC-7A202900087E}"/>
              </a:ext>
            </a:extLst>
          </p:cNvPr>
          <p:cNvSpPr/>
          <p:nvPr/>
        </p:nvSpPr>
        <p:spPr>
          <a:xfrm rot="16200000">
            <a:off x="6006824" y="2767992"/>
            <a:ext cx="928312" cy="194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Translate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7216B12-C893-0B06-4B30-A8EBC27E8EE4}"/>
              </a:ext>
            </a:extLst>
          </p:cNvPr>
          <p:cNvSpPr/>
          <p:nvPr/>
        </p:nvSpPr>
        <p:spPr>
          <a:xfrm rot="20536426">
            <a:off x="1867997" y="2419537"/>
            <a:ext cx="797613" cy="1717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unmap</a:t>
            </a:r>
            <a:endParaRPr lang="en-US" sz="1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DBD675FD-E3DF-342B-E393-5B482858A337}"/>
              </a:ext>
            </a:extLst>
          </p:cNvPr>
          <p:cNvSpPr/>
          <p:nvPr/>
        </p:nvSpPr>
        <p:spPr>
          <a:xfrm>
            <a:off x="2044250" y="2262376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5BA90503-69CD-49E4-7A5D-457D45DDC948}"/>
              </a:ext>
            </a:extLst>
          </p:cNvPr>
          <p:cNvCxnSpPr>
            <a:cxnSpLocks/>
          </p:cNvCxnSpPr>
          <p:nvPr/>
        </p:nvCxnSpPr>
        <p:spPr>
          <a:xfrm rot="10800000" flipV="1">
            <a:off x="782389" y="1596491"/>
            <a:ext cx="1" cy="2651760"/>
          </a:xfrm>
          <a:prstGeom prst="bentConnector3">
            <a:avLst>
              <a:gd name="adj1" fmla="val 22860100000"/>
            </a:avLst>
          </a:prstGeom>
          <a:ln w="22225">
            <a:solidFill>
              <a:srgbClr val="C00000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F7C68C0-816A-C8FF-E496-02841A79989D}"/>
              </a:ext>
            </a:extLst>
          </p:cNvPr>
          <p:cNvSpPr/>
          <p:nvPr/>
        </p:nvSpPr>
        <p:spPr>
          <a:xfrm rot="1017037">
            <a:off x="3100430" y="1884438"/>
            <a:ext cx="805615" cy="2495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Remove  </a:t>
            </a:r>
            <a:b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3E6452F-D543-9D9E-D1B1-F944DA5C69EE}"/>
              </a:ext>
            </a:extLst>
          </p:cNvPr>
          <p:cNvSpPr/>
          <p:nvPr/>
        </p:nvSpPr>
        <p:spPr>
          <a:xfrm>
            <a:off x="3017107" y="1799989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76418136-9100-2E8A-1804-3A2EF2A74E00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558172" y="4248251"/>
            <a:ext cx="308944" cy="1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AFCFA4A7-57B6-E5D9-5E7F-1F44E365F312}"/>
              </a:ext>
            </a:extLst>
          </p:cNvPr>
          <p:cNvCxnSpPr>
            <a:cxnSpLocks/>
          </p:cNvCxnSpPr>
          <p:nvPr/>
        </p:nvCxnSpPr>
        <p:spPr>
          <a:xfrm flipV="1">
            <a:off x="563764" y="1593813"/>
            <a:ext cx="303351" cy="2677"/>
          </a:xfrm>
          <a:prstGeom prst="straightConnector1">
            <a:avLst/>
          </a:prstGeom>
          <a:ln w="22225">
            <a:solidFill>
              <a:srgbClr val="C00000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6AA09EA7-C16A-5C4B-4062-6198E0E3EF56}"/>
              </a:ext>
            </a:extLst>
          </p:cNvPr>
          <p:cNvSpPr/>
          <p:nvPr/>
        </p:nvSpPr>
        <p:spPr>
          <a:xfrm rot="16200000">
            <a:off x="-899162" y="2937891"/>
            <a:ext cx="2651759" cy="194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Invalidation (</a:t>
            </a:r>
            <a:r>
              <a:rPr lang="en-US" sz="1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VM Exit</a:t>
            </a:r>
            <a:r>
              <a:rPr lang="en-US" sz="15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B7D02697-148C-30C2-B4E5-7CF36178D666}"/>
              </a:ext>
            </a:extLst>
          </p:cNvPr>
          <p:cNvSpPr/>
          <p:nvPr/>
        </p:nvSpPr>
        <p:spPr>
          <a:xfrm>
            <a:off x="3873466" y="4825698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cxnSp>
        <p:nvCxnSpPr>
          <p:cNvPr id="139" name="Elbow Connector 138">
            <a:extLst>
              <a:ext uri="{FF2B5EF4-FFF2-40B4-BE49-F238E27FC236}">
                <a16:creationId xmlns:a16="http://schemas.microsoft.com/office/drawing/2014/main" id="{51BA8A7F-7524-207A-72F3-2062D484B94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396668" y="1083792"/>
            <a:ext cx="922849" cy="5823838"/>
          </a:xfrm>
          <a:prstGeom prst="bentConnector4">
            <a:avLst>
              <a:gd name="adj1" fmla="val -35630"/>
              <a:gd name="adj2" fmla="val 99988"/>
            </a:avLst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8F45F4CF-1E98-883E-8563-B0DA2475D041}"/>
              </a:ext>
            </a:extLst>
          </p:cNvPr>
          <p:cNvSpPr/>
          <p:nvPr/>
        </p:nvSpPr>
        <p:spPr>
          <a:xfrm>
            <a:off x="3053861" y="4891576"/>
            <a:ext cx="3705592" cy="119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 invalidation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D6695897-5D65-D777-DAF8-CC7FE4ECB300}"/>
              </a:ext>
            </a:extLst>
          </p:cNvPr>
          <p:cNvSpPr/>
          <p:nvPr/>
        </p:nvSpPr>
        <p:spPr>
          <a:xfrm>
            <a:off x="1132517" y="1731603"/>
            <a:ext cx="1518903" cy="244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IOVA</a:t>
            </a:r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7CAF84D5-D9E2-AA98-7BB5-9E3AC69C8488}"/>
              </a:ext>
            </a:extLst>
          </p:cNvPr>
          <p:cNvCxnSpPr>
            <a:cxnSpLocks/>
          </p:cNvCxnSpPr>
          <p:nvPr/>
        </p:nvCxnSpPr>
        <p:spPr>
          <a:xfrm flipV="1">
            <a:off x="2516565" y="2194894"/>
            <a:ext cx="0" cy="517335"/>
          </a:xfrm>
          <a:prstGeom prst="straightConnector1">
            <a:avLst/>
          </a:prstGeom>
          <a:ln w="22225">
            <a:solidFill>
              <a:srgbClr val="C00000"/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ectangle 150">
            <a:extLst>
              <a:ext uri="{FF2B5EF4-FFF2-40B4-BE49-F238E27FC236}">
                <a16:creationId xmlns:a16="http://schemas.microsoft.com/office/drawing/2014/main" id="{3E5D22AF-2D98-E4D8-AD38-209A8DC14E60}"/>
              </a:ext>
            </a:extLst>
          </p:cNvPr>
          <p:cNvSpPr/>
          <p:nvPr/>
        </p:nvSpPr>
        <p:spPr>
          <a:xfrm rot="20536426">
            <a:off x="2500741" y="2412481"/>
            <a:ext cx="797613" cy="1717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unmap</a:t>
            </a:r>
            <a:endParaRPr lang="en-US" sz="1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EBC41E6-F624-DEB8-197A-4CEE0F74A1B2}"/>
              </a:ext>
            </a:extLst>
          </p:cNvPr>
          <p:cNvSpPr/>
          <p:nvPr/>
        </p:nvSpPr>
        <p:spPr>
          <a:xfrm>
            <a:off x="3797790" y="4818701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8C64C051-5186-959F-F612-97DE5A8C409C}"/>
              </a:ext>
            </a:extLst>
          </p:cNvPr>
          <p:cNvSpPr/>
          <p:nvPr/>
        </p:nvSpPr>
        <p:spPr>
          <a:xfrm>
            <a:off x="333317" y="1835320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458CBB63-F442-0EB0-48CD-E6715BF1E22D}"/>
              </a:ext>
            </a:extLst>
          </p:cNvPr>
          <p:cNvSpPr/>
          <p:nvPr/>
        </p:nvSpPr>
        <p:spPr>
          <a:xfrm>
            <a:off x="257641" y="1828323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89E01227-0DF7-B51F-CA9E-8C65C048F471}"/>
              </a:ext>
            </a:extLst>
          </p:cNvPr>
          <p:cNvSpPr/>
          <p:nvPr/>
        </p:nvSpPr>
        <p:spPr>
          <a:xfrm>
            <a:off x="1157237" y="1739494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3692D032-4D45-57FE-4AC3-655633BE89B7}"/>
              </a:ext>
            </a:extLst>
          </p:cNvPr>
          <p:cNvSpPr/>
          <p:nvPr/>
        </p:nvSpPr>
        <p:spPr>
          <a:xfrm>
            <a:off x="1081561" y="1732497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DE44121F-CD3F-1AC5-1B6C-A1DEA3236B74}"/>
              </a:ext>
            </a:extLst>
          </p:cNvPr>
          <p:cNvSpPr/>
          <p:nvPr/>
        </p:nvSpPr>
        <p:spPr>
          <a:xfrm>
            <a:off x="2579038" y="2126400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990EA70E-8BA9-88C5-B0DB-C4F5CB275718}"/>
              </a:ext>
            </a:extLst>
          </p:cNvPr>
          <p:cNvSpPr/>
          <p:nvPr/>
        </p:nvSpPr>
        <p:spPr>
          <a:xfrm>
            <a:off x="2503362" y="2119403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13</a:t>
            </a: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C4FB1760-A9D9-28D7-6FC5-4798382F56ED}"/>
              </a:ext>
            </a:extLst>
          </p:cNvPr>
          <p:cNvSpPr/>
          <p:nvPr/>
        </p:nvSpPr>
        <p:spPr>
          <a:xfrm>
            <a:off x="3143380" y="2858205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55F669AA-6465-CF9E-9892-B744D9DD5BE1}"/>
              </a:ext>
            </a:extLst>
          </p:cNvPr>
          <p:cNvSpPr/>
          <p:nvPr/>
        </p:nvSpPr>
        <p:spPr>
          <a:xfrm>
            <a:off x="3057888" y="2851561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0B6F7A84-0C54-4002-8B5A-4977F1B226CE}"/>
              </a:ext>
            </a:extLst>
          </p:cNvPr>
          <p:cNvSpPr/>
          <p:nvPr/>
        </p:nvSpPr>
        <p:spPr>
          <a:xfrm>
            <a:off x="3321655" y="2916172"/>
            <a:ext cx="797613" cy="1717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</a:p>
          <a:p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</a:p>
        </p:txBody>
      </p:sp>
      <p:cxnSp>
        <p:nvCxnSpPr>
          <p:cNvPr id="184" name="Elbow Connector 183">
            <a:extLst>
              <a:ext uri="{FF2B5EF4-FFF2-40B4-BE49-F238E27FC236}">
                <a16:creationId xmlns:a16="http://schemas.microsoft.com/office/drawing/2014/main" id="{C73431AC-EEF8-A757-A7DF-CE7ECE03954E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50518" y="3119956"/>
            <a:ext cx="351774" cy="443592"/>
          </a:xfrm>
          <a:prstGeom prst="bentConnector2">
            <a:avLst/>
          </a:prstGeom>
          <a:ln w="22225"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Rectangle 193">
            <a:extLst>
              <a:ext uri="{FF2B5EF4-FFF2-40B4-BE49-F238E27FC236}">
                <a16:creationId xmlns:a16="http://schemas.microsoft.com/office/drawing/2014/main" id="{73EF10D0-3F60-4119-D0F0-00BC969F85EF}"/>
              </a:ext>
            </a:extLst>
          </p:cNvPr>
          <p:cNvSpPr/>
          <p:nvPr/>
        </p:nvSpPr>
        <p:spPr>
          <a:xfrm>
            <a:off x="927830" y="354703"/>
            <a:ext cx="2188644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Phase 1 (Pre-DMA) </a:t>
            </a:r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A60E071C-D48A-2E54-3843-A219E77EDC86}"/>
              </a:ext>
            </a:extLst>
          </p:cNvPr>
          <p:cNvSpPr/>
          <p:nvPr/>
        </p:nvSpPr>
        <p:spPr>
          <a:xfrm>
            <a:off x="3267492" y="450656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01A0385-50F9-4027-5AA9-75F4C180F675}"/>
              </a:ext>
            </a:extLst>
          </p:cNvPr>
          <p:cNvSpPr/>
          <p:nvPr/>
        </p:nvSpPr>
        <p:spPr>
          <a:xfrm>
            <a:off x="3358267" y="354703"/>
            <a:ext cx="1769545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Phase 2 (DMA) </a:t>
            </a: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919ACCD0-7A28-3EF4-9CDA-FFE9E31B9D61}"/>
              </a:ext>
            </a:extLst>
          </p:cNvPr>
          <p:cNvSpPr/>
          <p:nvPr/>
        </p:nvSpPr>
        <p:spPr>
          <a:xfrm>
            <a:off x="5369600" y="450656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1E64F1E6-715A-9B5E-7DE6-E465B3F4E636}"/>
              </a:ext>
            </a:extLst>
          </p:cNvPr>
          <p:cNvSpPr/>
          <p:nvPr/>
        </p:nvSpPr>
        <p:spPr>
          <a:xfrm>
            <a:off x="5460375" y="354703"/>
            <a:ext cx="2203281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Phase 3 (Post-DMA) </a:t>
            </a:r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14E5C647-DC78-8508-9504-4E86DAAA4E3E}"/>
              </a:ext>
            </a:extLst>
          </p:cNvPr>
          <p:cNvCxnSpPr>
            <a:cxnSpLocks/>
          </p:cNvCxnSpPr>
          <p:nvPr/>
        </p:nvCxnSpPr>
        <p:spPr>
          <a:xfrm>
            <a:off x="2907956" y="1472809"/>
            <a:ext cx="1311397" cy="367305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Oval 209">
            <a:extLst>
              <a:ext uri="{FF2B5EF4-FFF2-40B4-BE49-F238E27FC236}">
                <a16:creationId xmlns:a16="http://schemas.microsoft.com/office/drawing/2014/main" id="{81A75A23-B501-ECDA-124E-D5B7156020A7}"/>
              </a:ext>
            </a:extLst>
          </p:cNvPr>
          <p:cNvSpPr/>
          <p:nvPr/>
        </p:nvSpPr>
        <p:spPr>
          <a:xfrm>
            <a:off x="3128086" y="1132046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4B558DAF-1F1D-4182-C1CC-CB78C67684C0}"/>
              </a:ext>
            </a:extLst>
          </p:cNvPr>
          <p:cNvCxnSpPr>
            <a:cxnSpLocks/>
          </p:cNvCxnSpPr>
          <p:nvPr/>
        </p:nvCxnSpPr>
        <p:spPr>
          <a:xfrm>
            <a:off x="2901449" y="1693123"/>
            <a:ext cx="1311397" cy="367305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5FAC521E-2C6F-444F-3B67-AB4BA2D55AAB}"/>
              </a:ext>
            </a:extLst>
          </p:cNvPr>
          <p:cNvCxnSpPr>
            <a:stCxn id="6" idx="3"/>
            <a:endCxn id="15" idx="1"/>
          </p:cNvCxnSpPr>
          <p:nvPr/>
        </p:nvCxnSpPr>
        <p:spPr>
          <a:xfrm flipV="1">
            <a:off x="2942101" y="2512207"/>
            <a:ext cx="1250460" cy="419323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C534623-2751-C30C-C06B-FFB7765FC6D9}"/>
              </a:ext>
            </a:extLst>
          </p:cNvPr>
          <p:cNvSpPr/>
          <p:nvPr/>
        </p:nvSpPr>
        <p:spPr>
          <a:xfrm>
            <a:off x="7140191" y="821430"/>
            <a:ext cx="946906" cy="739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 PWC</a:t>
            </a:r>
          </a:p>
        </p:txBody>
      </p:sp>
    </p:spTree>
    <p:extLst>
      <p:ext uri="{BB962C8B-B14F-4D97-AF65-F5344CB8AC3E}">
        <p14:creationId xmlns:p14="http://schemas.microsoft.com/office/powerpoint/2010/main" val="3653035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0BE1CC3B-5BED-A16C-8E61-9F635908B7F0}"/>
              </a:ext>
            </a:extLst>
          </p:cNvPr>
          <p:cNvCxnSpPr>
            <a:stCxn id="6" idx="3"/>
            <a:endCxn id="15" idx="1"/>
          </p:cNvCxnSpPr>
          <p:nvPr/>
        </p:nvCxnSpPr>
        <p:spPr>
          <a:xfrm flipV="1">
            <a:off x="2942101" y="2512207"/>
            <a:ext cx="1250460" cy="419323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580CFDF-E5CE-BD26-A75E-4BCF98F0A405}"/>
              </a:ext>
            </a:extLst>
          </p:cNvPr>
          <p:cNvSpPr/>
          <p:nvPr/>
        </p:nvSpPr>
        <p:spPr>
          <a:xfrm>
            <a:off x="687540" y="808543"/>
            <a:ext cx="2388313" cy="2557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13BE13-E167-4B94-BC55-D8F31A6C0253}"/>
              </a:ext>
            </a:extLst>
          </p:cNvPr>
          <p:cNvSpPr/>
          <p:nvPr/>
        </p:nvSpPr>
        <p:spPr>
          <a:xfrm>
            <a:off x="867117" y="1230924"/>
            <a:ext cx="2056792" cy="9612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IOMMU Subsystem</a:t>
            </a: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436670-ACAE-0BF6-49AB-F3A13070CC98}"/>
              </a:ext>
            </a:extLst>
          </p:cNvPr>
          <p:cNvSpPr/>
          <p:nvPr/>
        </p:nvSpPr>
        <p:spPr>
          <a:xfrm>
            <a:off x="867116" y="2709551"/>
            <a:ext cx="2074985" cy="4439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 Driver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7D3FD-343E-7194-9424-399B1752454C}"/>
              </a:ext>
            </a:extLst>
          </p:cNvPr>
          <p:cNvSpPr/>
          <p:nvPr/>
        </p:nvSpPr>
        <p:spPr>
          <a:xfrm>
            <a:off x="687539" y="3685543"/>
            <a:ext cx="2471437" cy="961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ECB3BA-57CA-190F-5694-BBC59FC9446E}"/>
              </a:ext>
            </a:extLst>
          </p:cNvPr>
          <p:cNvSpPr/>
          <p:nvPr/>
        </p:nvSpPr>
        <p:spPr>
          <a:xfrm>
            <a:off x="867116" y="4025513"/>
            <a:ext cx="2074985" cy="4454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vIOMMU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2C5CBB-7532-D01A-B3FC-19D2F1E253D9}"/>
              </a:ext>
            </a:extLst>
          </p:cNvPr>
          <p:cNvSpPr/>
          <p:nvPr/>
        </p:nvSpPr>
        <p:spPr>
          <a:xfrm>
            <a:off x="3786858" y="821429"/>
            <a:ext cx="2423936" cy="28665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BB6883-04C4-FD9B-688E-9B885F7143C4}"/>
              </a:ext>
            </a:extLst>
          </p:cNvPr>
          <p:cNvSpPr/>
          <p:nvPr/>
        </p:nvSpPr>
        <p:spPr>
          <a:xfrm>
            <a:off x="4009292" y="1285914"/>
            <a:ext cx="2016369" cy="15338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A6B7E2-A043-6ED3-0D9B-14ED5BC091EF}"/>
              </a:ext>
            </a:extLst>
          </p:cNvPr>
          <p:cNvSpPr/>
          <p:nvPr/>
        </p:nvSpPr>
        <p:spPr>
          <a:xfrm>
            <a:off x="4192561" y="2332898"/>
            <a:ext cx="1641232" cy="3586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B4512B-1E1A-CDF2-291B-C2274894D605}"/>
              </a:ext>
            </a:extLst>
          </p:cNvPr>
          <p:cNvSpPr/>
          <p:nvPr/>
        </p:nvSpPr>
        <p:spPr>
          <a:xfrm>
            <a:off x="3964264" y="1285914"/>
            <a:ext cx="1641232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Guest Memory</a:t>
            </a:r>
          </a:p>
        </p:txBody>
      </p: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4D91FF66-8DCE-2D6D-6DC2-09905951B4C5}"/>
              </a:ext>
            </a:extLst>
          </p:cNvPr>
          <p:cNvGrpSpPr/>
          <p:nvPr/>
        </p:nvGrpSpPr>
        <p:grpSpPr>
          <a:xfrm>
            <a:off x="4018426" y="1633222"/>
            <a:ext cx="1819667" cy="600802"/>
            <a:chOff x="4018426" y="2100733"/>
            <a:chExt cx="1819667" cy="60080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538D15E-EC41-2986-FBF0-2B13B6C33137}"/>
                </a:ext>
              </a:extLst>
            </p:cNvPr>
            <p:cNvSpPr/>
            <p:nvPr/>
          </p:nvSpPr>
          <p:spPr>
            <a:xfrm>
              <a:off x="4196860" y="2136359"/>
              <a:ext cx="1641232" cy="5651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CB214DB-7EBF-D391-40CA-6183C860921B}"/>
                </a:ext>
              </a:extLst>
            </p:cNvPr>
            <p:cNvSpPr/>
            <p:nvPr/>
          </p:nvSpPr>
          <p:spPr>
            <a:xfrm>
              <a:off x="4018426" y="2100733"/>
              <a:ext cx="963425" cy="3519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gIOPT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B5B3ED5-94DC-0E4C-291C-60DD80FD60D6}"/>
                </a:ext>
              </a:extLst>
            </p:cNvPr>
            <p:cNvSpPr/>
            <p:nvPr/>
          </p:nvSpPr>
          <p:spPr>
            <a:xfrm>
              <a:off x="4196861" y="2330457"/>
              <a:ext cx="1641232" cy="3519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IOVA 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Wingdings" pitchFamily="2" charset="2"/>
                </a:rPr>
                <a:t> 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GPA</a:t>
              </a: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AD5148D3-54B9-AF0F-1880-433D491BEFEF}"/>
              </a:ext>
            </a:extLst>
          </p:cNvPr>
          <p:cNvSpPr/>
          <p:nvPr/>
        </p:nvSpPr>
        <p:spPr>
          <a:xfrm>
            <a:off x="4018426" y="2955937"/>
            <a:ext cx="2007235" cy="5651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FD380D-4241-ABB5-99A5-0731CB07ED58}"/>
              </a:ext>
            </a:extLst>
          </p:cNvPr>
          <p:cNvSpPr/>
          <p:nvPr/>
        </p:nvSpPr>
        <p:spPr>
          <a:xfrm>
            <a:off x="3852173" y="2920311"/>
            <a:ext cx="963425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hIOPT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53A5B3-A9E1-BB35-DD88-EFDDFF9F20F4}"/>
              </a:ext>
            </a:extLst>
          </p:cNvPr>
          <p:cNvSpPr/>
          <p:nvPr/>
        </p:nvSpPr>
        <p:spPr>
          <a:xfrm>
            <a:off x="4161236" y="3150035"/>
            <a:ext cx="1641232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GPA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HPA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C517D-0CB7-B954-A701-A9D187BF6738}"/>
              </a:ext>
            </a:extLst>
          </p:cNvPr>
          <p:cNvSpPr/>
          <p:nvPr/>
        </p:nvSpPr>
        <p:spPr>
          <a:xfrm>
            <a:off x="3704075" y="821429"/>
            <a:ext cx="1075898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Memory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A8586D-7FE0-DA37-B18F-D14293E92EE3}"/>
              </a:ext>
            </a:extLst>
          </p:cNvPr>
          <p:cNvSpPr/>
          <p:nvPr/>
        </p:nvSpPr>
        <p:spPr>
          <a:xfrm>
            <a:off x="6633135" y="821429"/>
            <a:ext cx="1453961" cy="2873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IOMMU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6301B4-52CD-EABC-772D-8B16C661E0B0}"/>
              </a:ext>
            </a:extLst>
          </p:cNvPr>
          <p:cNvSpPr/>
          <p:nvPr/>
        </p:nvSpPr>
        <p:spPr>
          <a:xfrm>
            <a:off x="7140191" y="821430"/>
            <a:ext cx="946906" cy="739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IOPWC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88A5D9-53F7-0AB6-C200-519159EF7249}"/>
              </a:ext>
            </a:extLst>
          </p:cNvPr>
          <p:cNvSpPr/>
          <p:nvPr/>
        </p:nvSpPr>
        <p:spPr>
          <a:xfrm>
            <a:off x="7140191" y="2955937"/>
            <a:ext cx="946906" cy="739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IOTLB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0FAA48-0B25-9A99-83C9-6D0608A1A112}"/>
              </a:ext>
            </a:extLst>
          </p:cNvPr>
          <p:cNvSpPr/>
          <p:nvPr/>
        </p:nvSpPr>
        <p:spPr>
          <a:xfrm>
            <a:off x="4583723" y="4099635"/>
            <a:ext cx="2423676" cy="520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A0C8127-B5AD-C69F-1407-E481B5C27B9E}"/>
              </a:ext>
            </a:extLst>
          </p:cNvPr>
          <p:cNvSpPr/>
          <p:nvPr/>
        </p:nvSpPr>
        <p:spPr>
          <a:xfrm>
            <a:off x="651914" y="809716"/>
            <a:ext cx="1075898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Guest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107A5BC-7136-CC6E-C017-FE948CD8711D}"/>
              </a:ext>
            </a:extLst>
          </p:cNvPr>
          <p:cNvSpPr/>
          <p:nvPr/>
        </p:nvSpPr>
        <p:spPr>
          <a:xfrm>
            <a:off x="431156" y="3661963"/>
            <a:ext cx="1075898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Host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20D6AA1-3D50-5756-ECC2-FF3C13A5C045}"/>
              </a:ext>
            </a:extLst>
          </p:cNvPr>
          <p:cNvCxnSpPr>
            <a:cxnSpLocks/>
          </p:cNvCxnSpPr>
          <p:nvPr/>
        </p:nvCxnSpPr>
        <p:spPr>
          <a:xfrm flipV="1">
            <a:off x="1109965" y="2192216"/>
            <a:ext cx="0" cy="517335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92E69BB-3F50-12E1-3EF0-87F1C101DED2}"/>
              </a:ext>
            </a:extLst>
          </p:cNvPr>
          <p:cNvCxnSpPr>
            <a:cxnSpLocks/>
          </p:cNvCxnSpPr>
          <p:nvPr/>
        </p:nvCxnSpPr>
        <p:spPr>
          <a:xfrm>
            <a:off x="1337196" y="2192216"/>
            <a:ext cx="0" cy="517335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2310F120-C2DA-CF59-2AC5-4B05B3C07981}"/>
              </a:ext>
            </a:extLst>
          </p:cNvPr>
          <p:cNvCxnSpPr>
            <a:cxnSpLocks/>
          </p:cNvCxnSpPr>
          <p:nvPr/>
        </p:nvCxnSpPr>
        <p:spPr>
          <a:xfrm>
            <a:off x="2348201" y="3516882"/>
            <a:ext cx="2235522" cy="856460"/>
          </a:xfrm>
          <a:prstGeom prst="bentConnector3">
            <a:avLst>
              <a:gd name="adj1" fmla="val 50000"/>
            </a:avLst>
          </a:prstGeom>
          <a:ln w="2222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98C20D6D-61FB-6E15-05E8-162AD4532F27}"/>
              </a:ext>
            </a:extLst>
          </p:cNvPr>
          <p:cNvSpPr/>
          <p:nvPr/>
        </p:nvSpPr>
        <p:spPr>
          <a:xfrm rot="20536426">
            <a:off x="583647" y="2393013"/>
            <a:ext cx="704202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DD47108-0A83-3DD7-D0B8-37E7630DCC5F}"/>
              </a:ext>
            </a:extLst>
          </p:cNvPr>
          <p:cNvSpPr/>
          <p:nvPr/>
        </p:nvSpPr>
        <p:spPr>
          <a:xfrm rot="20394676">
            <a:off x="1309739" y="2375237"/>
            <a:ext cx="704202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IOVA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79226AD-563E-F131-1FFB-5A75513D6C15}"/>
              </a:ext>
            </a:extLst>
          </p:cNvPr>
          <p:cNvSpPr/>
          <p:nvPr/>
        </p:nvSpPr>
        <p:spPr>
          <a:xfrm>
            <a:off x="799672" y="2255407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D559EB8-D860-99C1-F8EA-85C032200890}"/>
              </a:ext>
            </a:extLst>
          </p:cNvPr>
          <p:cNvSpPr/>
          <p:nvPr/>
        </p:nvSpPr>
        <p:spPr>
          <a:xfrm>
            <a:off x="1379500" y="2256017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8EE0860-2A0F-6906-C153-988990E9B0E8}"/>
              </a:ext>
            </a:extLst>
          </p:cNvPr>
          <p:cNvSpPr/>
          <p:nvPr/>
        </p:nvSpPr>
        <p:spPr>
          <a:xfrm>
            <a:off x="837055" y="450656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54E016-65EA-8012-322C-04E46720ED19}"/>
              </a:ext>
            </a:extLst>
          </p:cNvPr>
          <p:cNvSpPr/>
          <p:nvPr/>
        </p:nvSpPr>
        <p:spPr>
          <a:xfrm rot="849017">
            <a:off x="3070702" y="1226982"/>
            <a:ext cx="853004" cy="274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 </a:t>
            </a:r>
            <a:b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0236C99-4CC8-9CFF-BCF2-BD84D08AF95E}"/>
              </a:ext>
            </a:extLst>
          </p:cNvPr>
          <p:cNvSpPr/>
          <p:nvPr/>
        </p:nvSpPr>
        <p:spPr>
          <a:xfrm>
            <a:off x="3788245" y="4062484"/>
            <a:ext cx="704202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IOVA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BC2F569-0887-A6D9-9DF2-9BCAF222811F}"/>
              </a:ext>
            </a:extLst>
          </p:cNvPr>
          <p:cNvSpPr/>
          <p:nvPr/>
        </p:nvSpPr>
        <p:spPr>
          <a:xfrm>
            <a:off x="3653921" y="4091870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D9575AD8-07C1-906B-D85C-1C5342CE772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960067" y="3590349"/>
            <a:ext cx="700908" cy="606246"/>
          </a:xfrm>
          <a:prstGeom prst="bentConnector3">
            <a:avLst>
              <a:gd name="adj1" fmla="val 425"/>
            </a:avLst>
          </a:prstGeom>
          <a:ln w="22225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2D11460-E058-92CB-68CD-BAED49F6BC86}"/>
              </a:ext>
            </a:extLst>
          </p:cNvPr>
          <p:cNvCxnSpPr>
            <a:cxnSpLocks/>
          </p:cNvCxnSpPr>
          <p:nvPr/>
        </p:nvCxnSpPr>
        <p:spPr>
          <a:xfrm flipV="1">
            <a:off x="1906501" y="2181331"/>
            <a:ext cx="0" cy="517335"/>
          </a:xfrm>
          <a:prstGeom prst="straightConnector1">
            <a:avLst/>
          </a:prstGeom>
          <a:ln w="22225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4163DA98-23C1-CB00-1FF5-5FF74DA0FA8D}"/>
              </a:ext>
            </a:extLst>
          </p:cNvPr>
          <p:cNvCxnSpPr>
            <a:cxnSpLocks/>
          </p:cNvCxnSpPr>
          <p:nvPr/>
        </p:nvCxnSpPr>
        <p:spPr>
          <a:xfrm rot="10800000" flipV="1">
            <a:off x="5784928" y="2414865"/>
            <a:ext cx="870943" cy="4082"/>
          </a:xfrm>
          <a:prstGeom prst="bentConnector3">
            <a:avLst>
              <a:gd name="adj1" fmla="val 50000"/>
            </a:avLst>
          </a:prstGeom>
          <a:ln w="22225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393A41F9-DE5C-6EC5-9B71-082B436C5052}"/>
              </a:ext>
            </a:extLst>
          </p:cNvPr>
          <p:cNvCxnSpPr>
            <a:cxnSpLocks/>
          </p:cNvCxnSpPr>
          <p:nvPr/>
        </p:nvCxnSpPr>
        <p:spPr>
          <a:xfrm rot="5400000">
            <a:off x="5757625" y="2651002"/>
            <a:ext cx="823660" cy="351386"/>
          </a:xfrm>
          <a:prstGeom prst="bentConnector2">
            <a:avLst/>
          </a:prstGeom>
          <a:ln w="22225">
            <a:solidFill>
              <a:srgbClr val="00B050"/>
            </a:solidFill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68A37AFE-96D2-2453-E9ED-4EBC126D0CC7}"/>
              </a:ext>
            </a:extLst>
          </p:cNvPr>
          <p:cNvCxnSpPr>
            <a:cxnSpLocks/>
          </p:cNvCxnSpPr>
          <p:nvPr/>
        </p:nvCxnSpPr>
        <p:spPr>
          <a:xfrm rot="10800000" flipV="1">
            <a:off x="5765719" y="1837800"/>
            <a:ext cx="890151" cy="1"/>
          </a:xfrm>
          <a:prstGeom prst="bentConnector3">
            <a:avLst>
              <a:gd name="adj1" fmla="val 50000"/>
            </a:avLst>
          </a:prstGeom>
          <a:ln w="22225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D093B630-10EA-EE5F-DA0E-F7773E0952B3}"/>
              </a:ext>
            </a:extLst>
          </p:cNvPr>
          <p:cNvSpPr/>
          <p:nvPr/>
        </p:nvSpPr>
        <p:spPr>
          <a:xfrm>
            <a:off x="6862255" y="3843500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7734B5A-8612-CF6C-B4B9-F33C7567EADC}"/>
              </a:ext>
            </a:extLst>
          </p:cNvPr>
          <p:cNvSpPr/>
          <p:nvPr/>
        </p:nvSpPr>
        <p:spPr>
          <a:xfrm>
            <a:off x="6781988" y="3807070"/>
            <a:ext cx="881668" cy="303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IOVA</a:t>
            </a:r>
            <a: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access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FDDF8DB5-C486-A535-84F1-1B2D41220E43}"/>
              </a:ext>
            </a:extLst>
          </p:cNvPr>
          <p:cNvSpPr/>
          <p:nvPr/>
        </p:nvSpPr>
        <p:spPr>
          <a:xfrm>
            <a:off x="6070689" y="2476778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874C1094-8BFE-DD02-27AB-841E8F07F468}"/>
              </a:ext>
            </a:extLst>
          </p:cNvPr>
          <p:cNvSpPr/>
          <p:nvPr/>
        </p:nvSpPr>
        <p:spPr>
          <a:xfrm>
            <a:off x="5878458" y="1520372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FCBB8E6-E9AC-B2B3-FF30-51FA0FFDFFDF}"/>
              </a:ext>
            </a:extLst>
          </p:cNvPr>
          <p:cNvSpPr/>
          <p:nvPr/>
        </p:nvSpPr>
        <p:spPr>
          <a:xfrm>
            <a:off x="6014833" y="1501613"/>
            <a:ext cx="630403" cy="214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88FBE6D-557B-B25C-4B57-D0F4C210DC07}"/>
              </a:ext>
            </a:extLst>
          </p:cNvPr>
          <p:cNvSpPr/>
          <p:nvPr/>
        </p:nvSpPr>
        <p:spPr>
          <a:xfrm rot="16200000">
            <a:off x="6006824" y="2767992"/>
            <a:ext cx="928312" cy="194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Translate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29E0F17-B62E-4593-EE14-53603E177817}"/>
              </a:ext>
            </a:extLst>
          </p:cNvPr>
          <p:cNvSpPr/>
          <p:nvPr/>
        </p:nvSpPr>
        <p:spPr>
          <a:xfrm rot="20536426">
            <a:off x="1867997" y="2419537"/>
            <a:ext cx="797613" cy="1717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unmap</a:t>
            </a:r>
            <a:endParaRPr lang="en-US" sz="1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860E0C82-2266-6675-61B8-273C2F865067}"/>
              </a:ext>
            </a:extLst>
          </p:cNvPr>
          <p:cNvSpPr/>
          <p:nvPr/>
        </p:nvSpPr>
        <p:spPr>
          <a:xfrm>
            <a:off x="2044250" y="2262376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C9D4DCAF-A067-8933-C414-A7BF5C3D433A}"/>
              </a:ext>
            </a:extLst>
          </p:cNvPr>
          <p:cNvCxnSpPr>
            <a:cxnSpLocks/>
          </p:cNvCxnSpPr>
          <p:nvPr/>
        </p:nvCxnSpPr>
        <p:spPr>
          <a:xfrm rot="10800000" flipV="1">
            <a:off x="782389" y="1596491"/>
            <a:ext cx="1" cy="2651760"/>
          </a:xfrm>
          <a:prstGeom prst="bentConnector3">
            <a:avLst>
              <a:gd name="adj1" fmla="val 22860100000"/>
            </a:avLst>
          </a:prstGeom>
          <a:ln w="22225">
            <a:solidFill>
              <a:srgbClr val="C00000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3C3FE84-3C65-861F-5513-ECE78956BC96}"/>
              </a:ext>
            </a:extLst>
          </p:cNvPr>
          <p:cNvSpPr/>
          <p:nvPr/>
        </p:nvSpPr>
        <p:spPr>
          <a:xfrm rot="1017037">
            <a:off x="3100430" y="1884438"/>
            <a:ext cx="805615" cy="2495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Remove  </a:t>
            </a:r>
            <a:b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95A6D6AD-CF06-88D4-1248-7ADB0EB622A7}"/>
              </a:ext>
            </a:extLst>
          </p:cNvPr>
          <p:cNvSpPr/>
          <p:nvPr/>
        </p:nvSpPr>
        <p:spPr>
          <a:xfrm>
            <a:off x="3017107" y="1799989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02EB8E26-CD1B-CE88-D98F-0D643711F406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558172" y="4248251"/>
            <a:ext cx="308944" cy="1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AB5C7FC1-28C7-0C1B-158C-B8AC08153680}"/>
              </a:ext>
            </a:extLst>
          </p:cNvPr>
          <p:cNvCxnSpPr>
            <a:cxnSpLocks/>
          </p:cNvCxnSpPr>
          <p:nvPr/>
        </p:nvCxnSpPr>
        <p:spPr>
          <a:xfrm flipV="1">
            <a:off x="563764" y="1593813"/>
            <a:ext cx="303351" cy="2677"/>
          </a:xfrm>
          <a:prstGeom prst="straightConnector1">
            <a:avLst/>
          </a:prstGeom>
          <a:ln w="22225">
            <a:solidFill>
              <a:srgbClr val="C00000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B331989D-20F8-D4A2-8403-15A8A28546BC}"/>
              </a:ext>
            </a:extLst>
          </p:cNvPr>
          <p:cNvSpPr/>
          <p:nvPr/>
        </p:nvSpPr>
        <p:spPr>
          <a:xfrm rot="16200000">
            <a:off x="-899162" y="2937891"/>
            <a:ext cx="2651759" cy="194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Invalidation (</a:t>
            </a:r>
            <a:r>
              <a:rPr lang="en-US" sz="1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VM Exit</a:t>
            </a:r>
            <a:r>
              <a:rPr lang="en-US" sz="15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1CFBD7D9-6D51-C00C-4D80-0E3E90A98BFC}"/>
              </a:ext>
            </a:extLst>
          </p:cNvPr>
          <p:cNvSpPr/>
          <p:nvPr/>
        </p:nvSpPr>
        <p:spPr>
          <a:xfrm>
            <a:off x="3873466" y="4825698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cxnSp>
        <p:nvCxnSpPr>
          <p:cNvPr id="139" name="Elbow Connector 138">
            <a:extLst>
              <a:ext uri="{FF2B5EF4-FFF2-40B4-BE49-F238E27FC236}">
                <a16:creationId xmlns:a16="http://schemas.microsoft.com/office/drawing/2014/main" id="{D1E61084-C839-05D5-205E-6896A1A2652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396668" y="1083792"/>
            <a:ext cx="922849" cy="5823838"/>
          </a:xfrm>
          <a:prstGeom prst="bentConnector4">
            <a:avLst>
              <a:gd name="adj1" fmla="val -35630"/>
              <a:gd name="adj2" fmla="val 99988"/>
            </a:avLst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D69DFA59-4C58-ABF9-B09A-94E0100F3E01}"/>
              </a:ext>
            </a:extLst>
          </p:cNvPr>
          <p:cNvSpPr/>
          <p:nvPr/>
        </p:nvSpPr>
        <p:spPr>
          <a:xfrm>
            <a:off x="3053861" y="4891576"/>
            <a:ext cx="3705592" cy="119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 invalidation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4ABF3D5F-39A2-4BEE-E764-372552283764}"/>
              </a:ext>
            </a:extLst>
          </p:cNvPr>
          <p:cNvSpPr/>
          <p:nvPr/>
        </p:nvSpPr>
        <p:spPr>
          <a:xfrm>
            <a:off x="1132517" y="1731603"/>
            <a:ext cx="1518903" cy="244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IOVA</a:t>
            </a:r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45265508-1148-8AC2-3C93-B73782A80887}"/>
              </a:ext>
            </a:extLst>
          </p:cNvPr>
          <p:cNvCxnSpPr>
            <a:cxnSpLocks/>
          </p:cNvCxnSpPr>
          <p:nvPr/>
        </p:nvCxnSpPr>
        <p:spPr>
          <a:xfrm flipV="1">
            <a:off x="2516565" y="2194894"/>
            <a:ext cx="0" cy="517335"/>
          </a:xfrm>
          <a:prstGeom prst="straightConnector1">
            <a:avLst/>
          </a:prstGeom>
          <a:ln w="22225">
            <a:solidFill>
              <a:srgbClr val="C00000"/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ectangle 150">
            <a:extLst>
              <a:ext uri="{FF2B5EF4-FFF2-40B4-BE49-F238E27FC236}">
                <a16:creationId xmlns:a16="http://schemas.microsoft.com/office/drawing/2014/main" id="{CE81EABB-1D3B-9007-85E8-6E9B0FE7602D}"/>
              </a:ext>
            </a:extLst>
          </p:cNvPr>
          <p:cNvSpPr/>
          <p:nvPr/>
        </p:nvSpPr>
        <p:spPr>
          <a:xfrm rot="20536426">
            <a:off x="2500741" y="2412481"/>
            <a:ext cx="797613" cy="1717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unmap</a:t>
            </a:r>
            <a:endParaRPr lang="en-US" sz="1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7C5A6472-D4CB-3E4E-9DEE-FAAF5288990E}"/>
              </a:ext>
            </a:extLst>
          </p:cNvPr>
          <p:cNvSpPr/>
          <p:nvPr/>
        </p:nvSpPr>
        <p:spPr>
          <a:xfrm>
            <a:off x="3797790" y="4818701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56D9DC23-F832-8F6C-21E5-FB3A5B0D0E66}"/>
              </a:ext>
            </a:extLst>
          </p:cNvPr>
          <p:cNvSpPr/>
          <p:nvPr/>
        </p:nvSpPr>
        <p:spPr>
          <a:xfrm>
            <a:off x="333317" y="1835320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64AEF643-A7C9-EEC6-69E4-C78A7DD1D0BB}"/>
              </a:ext>
            </a:extLst>
          </p:cNvPr>
          <p:cNvSpPr/>
          <p:nvPr/>
        </p:nvSpPr>
        <p:spPr>
          <a:xfrm>
            <a:off x="257641" y="1828323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7DFBC07E-B485-68E0-A21D-D5CF3B547115}"/>
              </a:ext>
            </a:extLst>
          </p:cNvPr>
          <p:cNvSpPr/>
          <p:nvPr/>
        </p:nvSpPr>
        <p:spPr>
          <a:xfrm>
            <a:off x="1157237" y="1739494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C349AAA4-9FC2-16DF-04F0-387EDA61A900}"/>
              </a:ext>
            </a:extLst>
          </p:cNvPr>
          <p:cNvSpPr/>
          <p:nvPr/>
        </p:nvSpPr>
        <p:spPr>
          <a:xfrm>
            <a:off x="1081561" y="1732497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6BAFF301-575D-0DAE-8DFD-CAEC071F6792}"/>
              </a:ext>
            </a:extLst>
          </p:cNvPr>
          <p:cNvSpPr/>
          <p:nvPr/>
        </p:nvSpPr>
        <p:spPr>
          <a:xfrm>
            <a:off x="2579038" y="2126400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D02E2453-D298-AFA6-A94A-B190C4CD2730}"/>
              </a:ext>
            </a:extLst>
          </p:cNvPr>
          <p:cNvSpPr/>
          <p:nvPr/>
        </p:nvSpPr>
        <p:spPr>
          <a:xfrm>
            <a:off x="2503362" y="2119403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13</a:t>
            </a: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045F5D77-3613-C3E9-FF8A-70FEDA94F0D8}"/>
              </a:ext>
            </a:extLst>
          </p:cNvPr>
          <p:cNvSpPr/>
          <p:nvPr/>
        </p:nvSpPr>
        <p:spPr>
          <a:xfrm>
            <a:off x="3143380" y="2858205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709659C6-B945-B344-FA9C-E5718FA3756B}"/>
              </a:ext>
            </a:extLst>
          </p:cNvPr>
          <p:cNvSpPr/>
          <p:nvPr/>
        </p:nvSpPr>
        <p:spPr>
          <a:xfrm>
            <a:off x="3057888" y="2851561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52076D95-AD9C-C8AC-5775-71954D50C7A9}"/>
              </a:ext>
            </a:extLst>
          </p:cNvPr>
          <p:cNvSpPr/>
          <p:nvPr/>
        </p:nvSpPr>
        <p:spPr>
          <a:xfrm>
            <a:off x="3321655" y="2916172"/>
            <a:ext cx="797613" cy="1717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</a:p>
          <a:p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</a:p>
        </p:txBody>
      </p:sp>
      <p:cxnSp>
        <p:nvCxnSpPr>
          <p:cNvPr id="184" name="Elbow Connector 183">
            <a:extLst>
              <a:ext uri="{FF2B5EF4-FFF2-40B4-BE49-F238E27FC236}">
                <a16:creationId xmlns:a16="http://schemas.microsoft.com/office/drawing/2014/main" id="{856BC3CD-1D37-8BB1-9820-F5EFFA25FAC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50518" y="3119956"/>
            <a:ext cx="351774" cy="443592"/>
          </a:xfrm>
          <a:prstGeom prst="bentConnector2">
            <a:avLst/>
          </a:prstGeom>
          <a:ln w="22225"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Rectangle 193">
            <a:extLst>
              <a:ext uri="{FF2B5EF4-FFF2-40B4-BE49-F238E27FC236}">
                <a16:creationId xmlns:a16="http://schemas.microsoft.com/office/drawing/2014/main" id="{BF7E8741-03FC-F817-A89A-544A7336ABF6}"/>
              </a:ext>
            </a:extLst>
          </p:cNvPr>
          <p:cNvSpPr/>
          <p:nvPr/>
        </p:nvSpPr>
        <p:spPr>
          <a:xfrm>
            <a:off x="927830" y="354703"/>
            <a:ext cx="2188644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Phase 1 (Pre-DMA) </a:t>
            </a:r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81640651-3BEC-BFEE-0EA0-543874A57A31}"/>
              </a:ext>
            </a:extLst>
          </p:cNvPr>
          <p:cNvSpPr/>
          <p:nvPr/>
        </p:nvSpPr>
        <p:spPr>
          <a:xfrm>
            <a:off x="3267492" y="450656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FFE8B5BB-9AA4-81F1-AC7B-8E5E08BB70BA}"/>
              </a:ext>
            </a:extLst>
          </p:cNvPr>
          <p:cNvSpPr/>
          <p:nvPr/>
        </p:nvSpPr>
        <p:spPr>
          <a:xfrm>
            <a:off x="3358267" y="354703"/>
            <a:ext cx="1769545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Phase 2 (DMA) </a:t>
            </a: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354F63A3-BCA0-B248-3445-45122961E4D3}"/>
              </a:ext>
            </a:extLst>
          </p:cNvPr>
          <p:cNvSpPr/>
          <p:nvPr/>
        </p:nvSpPr>
        <p:spPr>
          <a:xfrm>
            <a:off x="5369600" y="450656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51453D1E-69B3-E0E5-BFB0-28078079449A}"/>
              </a:ext>
            </a:extLst>
          </p:cNvPr>
          <p:cNvSpPr/>
          <p:nvPr/>
        </p:nvSpPr>
        <p:spPr>
          <a:xfrm>
            <a:off x="5460375" y="354703"/>
            <a:ext cx="2203281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Phase 3 (Post-DMA) </a:t>
            </a:r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38D3A5AA-D30E-6BDC-6F05-560D48DA25C1}"/>
              </a:ext>
            </a:extLst>
          </p:cNvPr>
          <p:cNvCxnSpPr>
            <a:cxnSpLocks/>
          </p:cNvCxnSpPr>
          <p:nvPr/>
        </p:nvCxnSpPr>
        <p:spPr>
          <a:xfrm>
            <a:off x="2907956" y="1472809"/>
            <a:ext cx="1311397" cy="367305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Oval 209">
            <a:extLst>
              <a:ext uri="{FF2B5EF4-FFF2-40B4-BE49-F238E27FC236}">
                <a16:creationId xmlns:a16="http://schemas.microsoft.com/office/drawing/2014/main" id="{3F8D0390-B751-060C-1F89-B3D86D30C97B}"/>
              </a:ext>
            </a:extLst>
          </p:cNvPr>
          <p:cNvSpPr/>
          <p:nvPr/>
        </p:nvSpPr>
        <p:spPr>
          <a:xfrm>
            <a:off x="3128086" y="1132046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35A95536-49E1-534A-418E-3DB2CF252C48}"/>
              </a:ext>
            </a:extLst>
          </p:cNvPr>
          <p:cNvCxnSpPr>
            <a:cxnSpLocks/>
          </p:cNvCxnSpPr>
          <p:nvPr/>
        </p:nvCxnSpPr>
        <p:spPr>
          <a:xfrm>
            <a:off x="2901449" y="1693123"/>
            <a:ext cx="1311397" cy="367305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890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33F7F-64CD-FE3B-EB16-D4A5DD555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4BC1B7BE-49D7-937F-4108-F9C693B34166}"/>
              </a:ext>
            </a:extLst>
          </p:cNvPr>
          <p:cNvCxnSpPr>
            <a:stCxn id="6" idx="3"/>
            <a:endCxn id="15" idx="1"/>
          </p:cNvCxnSpPr>
          <p:nvPr/>
        </p:nvCxnSpPr>
        <p:spPr>
          <a:xfrm flipV="1">
            <a:off x="2942101" y="2512207"/>
            <a:ext cx="1250460" cy="419323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E1FC39E3-B4A6-D20C-6922-6E9E149F7569}"/>
              </a:ext>
            </a:extLst>
          </p:cNvPr>
          <p:cNvSpPr/>
          <p:nvPr/>
        </p:nvSpPr>
        <p:spPr>
          <a:xfrm>
            <a:off x="687540" y="808543"/>
            <a:ext cx="2388313" cy="2557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9DD4CA-BCF3-92CB-97F4-213A1BDD53F1}"/>
              </a:ext>
            </a:extLst>
          </p:cNvPr>
          <p:cNvSpPr/>
          <p:nvPr/>
        </p:nvSpPr>
        <p:spPr>
          <a:xfrm>
            <a:off x="867117" y="1230924"/>
            <a:ext cx="2056792" cy="9612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IOMMU Subsystem</a:t>
            </a: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5FC3A1-B0C1-87B1-F5E1-09E67F84A284}"/>
              </a:ext>
            </a:extLst>
          </p:cNvPr>
          <p:cNvSpPr/>
          <p:nvPr/>
        </p:nvSpPr>
        <p:spPr>
          <a:xfrm>
            <a:off x="867116" y="2709551"/>
            <a:ext cx="2074985" cy="4439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 Driver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2CE3A8-0E38-7107-2369-97E2C886A7AB}"/>
              </a:ext>
            </a:extLst>
          </p:cNvPr>
          <p:cNvSpPr/>
          <p:nvPr/>
        </p:nvSpPr>
        <p:spPr>
          <a:xfrm>
            <a:off x="687539" y="3685543"/>
            <a:ext cx="2471437" cy="961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7B0B45-C234-4ADC-ABAB-54A20AD2EB29}"/>
              </a:ext>
            </a:extLst>
          </p:cNvPr>
          <p:cNvSpPr/>
          <p:nvPr/>
        </p:nvSpPr>
        <p:spPr>
          <a:xfrm>
            <a:off x="867116" y="4025513"/>
            <a:ext cx="2074985" cy="4454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vIOMMU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0427D3-0692-687F-4183-E50455D0AED9}"/>
              </a:ext>
            </a:extLst>
          </p:cNvPr>
          <p:cNvSpPr/>
          <p:nvPr/>
        </p:nvSpPr>
        <p:spPr>
          <a:xfrm>
            <a:off x="3786858" y="821429"/>
            <a:ext cx="2423936" cy="28665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70C80E-50F3-B6CF-51F4-EDB072437C26}"/>
              </a:ext>
            </a:extLst>
          </p:cNvPr>
          <p:cNvSpPr/>
          <p:nvPr/>
        </p:nvSpPr>
        <p:spPr>
          <a:xfrm>
            <a:off x="4009292" y="1285914"/>
            <a:ext cx="2016369" cy="15338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84B0CF-91B8-A4E6-3EBD-77FB4E7D7A28}"/>
              </a:ext>
            </a:extLst>
          </p:cNvPr>
          <p:cNvSpPr/>
          <p:nvPr/>
        </p:nvSpPr>
        <p:spPr>
          <a:xfrm>
            <a:off x="4192561" y="2332898"/>
            <a:ext cx="1641232" cy="3586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963395-9871-62D9-D2F1-E7E061D2BAAA}"/>
              </a:ext>
            </a:extLst>
          </p:cNvPr>
          <p:cNvSpPr/>
          <p:nvPr/>
        </p:nvSpPr>
        <p:spPr>
          <a:xfrm>
            <a:off x="3964264" y="1285914"/>
            <a:ext cx="1641232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Guest Memory</a:t>
            </a:r>
          </a:p>
        </p:txBody>
      </p: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6BC273C1-3EEF-FCB1-1535-8B88ED9F8F9B}"/>
              </a:ext>
            </a:extLst>
          </p:cNvPr>
          <p:cNvGrpSpPr/>
          <p:nvPr/>
        </p:nvGrpSpPr>
        <p:grpSpPr>
          <a:xfrm>
            <a:off x="4018426" y="1633222"/>
            <a:ext cx="1819667" cy="600802"/>
            <a:chOff x="4018426" y="2100733"/>
            <a:chExt cx="1819667" cy="60080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A07C998-6FAA-9B77-07BD-2B01B8FE17C6}"/>
                </a:ext>
              </a:extLst>
            </p:cNvPr>
            <p:cNvSpPr/>
            <p:nvPr/>
          </p:nvSpPr>
          <p:spPr>
            <a:xfrm>
              <a:off x="4196860" y="2136359"/>
              <a:ext cx="1641232" cy="5651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0D0F2DD-CC96-4C16-9866-634A0956D6E2}"/>
                </a:ext>
              </a:extLst>
            </p:cNvPr>
            <p:cNvSpPr/>
            <p:nvPr/>
          </p:nvSpPr>
          <p:spPr>
            <a:xfrm>
              <a:off x="4018426" y="2100733"/>
              <a:ext cx="963425" cy="3519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gIOPT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D89D6A3-844D-12A6-F3BD-100829F5DCDD}"/>
                </a:ext>
              </a:extLst>
            </p:cNvPr>
            <p:cNvSpPr/>
            <p:nvPr/>
          </p:nvSpPr>
          <p:spPr>
            <a:xfrm>
              <a:off x="4196861" y="2330457"/>
              <a:ext cx="1641232" cy="3519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IOVA 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Wingdings" pitchFamily="2" charset="2"/>
                </a:rPr>
                <a:t> 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GPA</a:t>
              </a: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0C3E262D-1192-7D2D-498F-17CE89E88B78}"/>
              </a:ext>
            </a:extLst>
          </p:cNvPr>
          <p:cNvSpPr/>
          <p:nvPr/>
        </p:nvSpPr>
        <p:spPr>
          <a:xfrm>
            <a:off x="4018426" y="2955937"/>
            <a:ext cx="2007235" cy="5651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853B14-4133-5FA6-8688-90FF331A14AC}"/>
              </a:ext>
            </a:extLst>
          </p:cNvPr>
          <p:cNvSpPr/>
          <p:nvPr/>
        </p:nvSpPr>
        <p:spPr>
          <a:xfrm>
            <a:off x="3852173" y="2920311"/>
            <a:ext cx="963425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hIOPT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0BDF52-F2F8-A52C-3809-F0361F7299D4}"/>
              </a:ext>
            </a:extLst>
          </p:cNvPr>
          <p:cNvSpPr/>
          <p:nvPr/>
        </p:nvSpPr>
        <p:spPr>
          <a:xfrm>
            <a:off x="4161236" y="3150035"/>
            <a:ext cx="1641232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GPA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HPA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E6F5BB-1019-5A82-24D9-6308DA1B65BA}"/>
              </a:ext>
            </a:extLst>
          </p:cNvPr>
          <p:cNvSpPr/>
          <p:nvPr/>
        </p:nvSpPr>
        <p:spPr>
          <a:xfrm>
            <a:off x="3704075" y="821429"/>
            <a:ext cx="1075898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Memory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EDB13AB-6140-20F8-4522-75AA1A4C63B1}"/>
              </a:ext>
            </a:extLst>
          </p:cNvPr>
          <p:cNvSpPr/>
          <p:nvPr/>
        </p:nvSpPr>
        <p:spPr>
          <a:xfrm>
            <a:off x="6633135" y="821429"/>
            <a:ext cx="1453961" cy="2873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IOMMU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BB0FDB6-5560-B5A5-57AA-B9D92418E380}"/>
              </a:ext>
            </a:extLst>
          </p:cNvPr>
          <p:cNvSpPr/>
          <p:nvPr/>
        </p:nvSpPr>
        <p:spPr>
          <a:xfrm>
            <a:off x="6633134" y="821430"/>
            <a:ext cx="1453963" cy="739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 Page Walk Caches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D68068-9DB4-1188-2DCA-2EB7A0226E75}"/>
              </a:ext>
            </a:extLst>
          </p:cNvPr>
          <p:cNvSpPr/>
          <p:nvPr/>
        </p:nvSpPr>
        <p:spPr>
          <a:xfrm>
            <a:off x="7140191" y="2955937"/>
            <a:ext cx="946906" cy="7394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IOTLB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FD8EF1-F1DD-8415-727B-E924372ADB72}"/>
              </a:ext>
            </a:extLst>
          </p:cNvPr>
          <p:cNvSpPr/>
          <p:nvPr/>
        </p:nvSpPr>
        <p:spPr>
          <a:xfrm>
            <a:off x="4583723" y="4099635"/>
            <a:ext cx="2423676" cy="5201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02B09A-6BA5-1399-EE98-A5B44D62CCE9}"/>
              </a:ext>
            </a:extLst>
          </p:cNvPr>
          <p:cNvSpPr/>
          <p:nvPr/>
        </p:nvSpPr>
        <p:spPr>
          <a:xfrm>
            <a:off x="651913" y="809716"/>
            <a:ext cx="1252695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Guest 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D0A437C-38E0-89C9-B7CB-065E9DD60D67}"/>
              </a:ext>
            </a:extLst>
          </p:cNvPr>
          <p:cNvSpPr/>
          <p:nvPr/>
        </p:nvSpPr>
        <p:spPr>
          <a:xfrm>
            <a:off x="553185" y="3643753"/>
            <a:ext cx="2463922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Hypervisor &amp; Host OS 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E07DF49-6FB0-635E-9BB5-3D3FD81AEE8A}"/>
              </a:ext>
            </a:extLst>
          </p:cNvPr>
          <p:cNvCxnSpPr>
            <a:cxnSpLocks/>
          </p:cNvCxnSpPr>
          <p:nvPr/>
        </p:nvCxnSpPr>
        <p:spPr>
          <a:xfrm flipV="1">
            <a:off x="1109965" y="2192216"/>
            <a:ext cx="0" cy="517335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A062CEB-C8CB-421D-B881-7361B9B34D6A}"/>
              </a:ext>
            </a:extLst>
          </p:cNvPr>
          <p:cNvCxnSpPr>
            <a:cxnSpLocks/>
          </p:cNvCxnSpPr>
          <p:nvPr/>
        </p:nvCxnSpPr>
        <p:spPr>
          <a:xfrm>
            <a:off x="1337196" y="2192216"/>
            <a:ext cx="0" cy="517335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DE19CD56-DBE9-E28E-ABE3-2BDA16FFC0A1}"/>
              </a:ext>
            </a:extLst>
          </p:cNvPr>
          <p:cNvCxnSpPr>
            <a:cxnSpLocks/>
          </p:cNvCxnSpPr>
          <p:nvPr/>
        </p:nvCxnSpPr>
        <p:spPr>
          <a:xfrm>
            <a:off x="2348201" y="3516882"/>
            <a:ext cx="2235522" cy="856460"/>
          </a:xfrm>
          <a:prstGeom prst="bentConnector3">
            <a:avLst>
              <a:gd name="adj1" fmla="val 50000"/>
            </a:avLst>
          </a:prstGeom>
          <a:ln w="2222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A3BD93DF-1C37-7E7A-53C8-50F0D3A4BCFD}"/>
              </a:ext>
            </a:extLst>
          </p:cNvPr>
          <p:cNvSpPr/>
          <p:nvPr/>
        </p:nvSpPr>
        <p:spPr>
          <a:xfrm rot="20536426">
            <a:off x="583647" y="2393013"/>
            <a:ext cx="704202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F7E0FE6-0331-1D65-C55D-71CBCDFFD6E2}"/>
              </a:ext>
            </a:extLst>
          </p:cNvPr>
          <p:cNvSpPr/>
          <p:nvPr/>
        </p:nvSpPr>
        <p:spPr>
          <a:xfrm rot="20394676">
            <a:off x="1309739" y="2375237"/>
            <a:ext cx="704202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IOVA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54348C8-7158-2C27-3342-567841FB80C7}"/>
              </a:ext>
            </a:extLst>
          </p:cNvPr>
          <p:cNvSpPr/>
          <p:nvPr/>
        </p:nvSpPr>
        <p:spPr>
          <a:xfrm>
            <a:off x="799672" y="2255407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99FF168-35B4-B01D-5724-C44BD8E2E92E}"/>
              </a:ext>
            </a:extLst>
          </p:cNvPr>
          <p:cNvSpPr/>
          <p:nvPr/>
        </p:nvSpPr>
        <p:spPr>
          <a:xfrm>
            <a:off x="1379500" y="2256017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DD447F8-1E8D-4066-363A-8318C558F60B}"/>
              </a:ext>
            </a:extLst>
          </p:cNvPr>
          <p:cNvSpPr/>
          <p:nvPr/>
        </p:nvSpPr>
        <p:spPr>
          <a:xfrm>
            <a:off x="837055" y="248944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4D88A12-B0D3-702F-1206-9D9452C0B4F6}"/>
              </a:ext>
            </a:extLst>
          </p:cNvPr>
          <p:cNvSpPr/>
          <p:nvPr/>
        </p:nvSpPr>
        <p:spPr>
          <a:xfrm rot="849017">
            <a:off x="3070702" y="1226982"/>
            <a:ext cx="853004" cy="274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 </a:t>
            </a:r>
            <a:b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C5F83B4-22B5-9E93-4F57-B82C34540EAC}"/>
              </a:ext>
            </a:extLst>
          </p:cNvPr>
          <p:cNvSpPr/>
          <p:nvPr/>
        </p:nvSpPr>
        <p:spPr>
          <a:xfrm>
            <a:off x="3788245" y="4062484"/>
            <a:ext cx="704202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IOVA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22D457E-02BB-7E3B-843D-B044B37AE37C}"/>
              </a:ext>
            </a:extLst>
          </p:cNvPr>
          <p:cNvSpPr/>
          <p:nvPr/>
        </p:nvSpPr>
        <p:spPr>
          <a:xfrm>
            <a:off x="3653921" y="4091870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8FD86D7F-E804-3C0B-83F3-67291FD3864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960067" y="3590349"/>
            <a:ext cx="700908" cy="606246"/>
          </a:xfrm>
          <a:prstGeom prst="bentConnector3">
            <a:avLst>
              <a:gd name="adj1" fmla="val 425"/>
            </a:avLst>
          </a:prstGeom>
          <a:ln w="22225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E03CDA5-746C-7E49-D123-EBF39A3DED7B}"/>
              </a:ext>
            </a:extLst>
          </p:cNvPr>
          <p:cNvCxnSpPr>
            <a:cxnSpLocks/>
          </p:cNvCxnSpPr>
          <p:nvPr/>
        </p:nvCxnSpPr>
        <p:spPr>
          <a:xfrm flipV="1">
            <a:off x="1906501" y="2181331"/>
            <a:ext cx="0" cy="517335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F90100CF-3DCD-162B-EA64-E971862050C3}"/>
              </a:ext>
            </a:extLst>
          </p:cNvPr>
          <p:cNvCxnSpPr>
            <a:cxnSpLocks/>
          </p:cNvCxnSpPr>
          <p:nvPr/>
        </p:nvCxnSpPr>
        <p:spPr>
          <a:xfrm rot="10800000" flipV="1">
            <a:off x="5784928" y="2414865"/>
            <a:ext cx="870943" cy="4082"/>
          </a:xfrm>
          <a:prstGeom prst="bentConnector3">
            <a:avLst>
              <a:gd name="adj1" fmla="val 50000"/>
            </a:avLst>
          </a:prstGeom>
          <a:ln w="22225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B2DF049F-270B-5FD6-E556-C0462F8CEA38}"/>
              </a:ext>
            </a:extLst>
          </p:cNvPr>
          <p:cNvCxnSpPr>
            <a:cxnSpLocks/>
          </p:cNvCxnSpPr>
          <p:nvPr/>
        </p:nvCxnSpPr>
        <p:spPr>
          <a:xfrm rot="5400000">
            <a:off x="5757625" y="2651002"/>
            <a:ext cx="823660" cy="351386"/>
          </a:xfrm>
          <a:prstGeom prst="bentConnector2">
            <a:avLst/>
          </a:prstGeom>
          <a:ln w="22225">
            <a:solidFill>
              <a:srgbClr val="00B050"/>
            </a:solidFill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14FB277C-F975-4E9A-F193-8434C9FEF195}"/>
              </a:ext>
            </a:extLst>
          </p:cNvPr>
          <p:cNvCxnSpPr>
            <a:cxnSpLocks/>
          </p:cNvCxnSpPr>
          <p:nvPr/>
        </p:nvCxnSpPr>
        <p:spPr>
          <a:xfrm rot="10800000" flipV="1">
            <a:off x="5765719" y="1837800"/>
            <a:ext cx="890151" cy="1"/>
          </a:xfrm>
          <a:prstGeom prst="bentConnector3">
            <a:avLst>
              <a:gd name="adj1" fmla="val 50000"/>
            </a:avLst>
          </a:prstGeom>
          <a:ln w="22225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E3FAEFC8-13A2-F94E-1B53-78004D0C3051}"/>
              </a:ext>
            </a:extLst>
          </p:cNvPr>
          <p:cNvSpPr/>
          <p:nvPr/>
        </p:nvSpPr>
        <p:spPr>
          <a:xfrm>
            <a:off x="6862255" y="3843500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BBF8C64-B1E5-F8ED-B1A5-C77743754F6C}"/>
              </a:ext>
            </a:extLst>
          </p:cNvPr>
          <p:cNvSpPr/>
          <p:nvPr/>
        </p:nvSpPr>
        <p:spPr>
          <a:xfrm>
            <a:off x="6781988" y="3807070"/>
            <a:ext cx="881668" cy="303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IOVA</a:t>
            </a:r>
            <a: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access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3F22A29C-69F2-C6EA-0DD9-FDFEAC939DD0}"/>
              </a:ext>
            </a:extLst>
          </p:cNvPr>
          <p:cNvSpPr/>
          <p:nvPr/>
        </p:nvSpPr>
        <p:spPr>
          <a:xfrm>
            <a:off x="6070689" y="2476778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15F05CE-C490-1CAC-E18B-0ACDF538FCA8}"/>
              </a:ext>
            </a:extLst>
          </p:cNvPr>
          <p:cNvSpPr/>
          <p:nvPr/>
        </p:nvSpPr>
        <p:spPr>
          <a:xfrm>
            <a:off x="5878458" y="1520372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5AB9C60-82D4-2319-3CE7-0D704C9A8B32}"/>
              </a:ext>
            </a:extLst>
          </p:cNvPr>
          <p:cNvSpPr/>
          <p:nvPr/>
        </p:nvSpPr>
        <p:spPr>
          <a:xfrm>
            <a:off x="6014833" y="1501613"/>
            <a:ext cx="630403" cy="214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A0F3F15-C178-E641-51A7-705312B3BD54}"/>
              </a:ext>
            </a:extLst>
          </p:cNvPr>
          <p:cNvSpPr/>
          <p:nvPr/>
        </p:nvSpPr>
        <p:spPr>
          <a:xfrm rot="16200000">
            <a:off x="6006824" y="2767992"/>
            <a:ext cx="928312" cy="194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Translate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7207946-D970-4F1C-BD63-B321393A5F87}"/>
              </a:ext>
            </a:extLst>
          </p:cNvPr>
          <p:cNvSpPr/>
          <p:nvPr/>
        </p:nvSpPr>
        <p:spPr>
          <a:xfrm rot="20536426">
            <a:off x="1867997" y="2419537"/>
            <a:ext cx="797613" cy="1717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unmap</a:t>
            </a:r>
            <a:endParaRPr lang="en-US" sz="1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680D711F-F0AD-CAE0-C728-77FEFEECA723}"/>
              </a:ext>
            </a:extLst>
          </p:cNvPr>
          <p:cNvSpPr/>
          <p:nvPr/>
        </p:nvSpPr>
        <p:spPr>
          <a:xfrm>
            <a:off x="2044250" y="2262376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1063171D-4D71-D514-98F7-394068CA8C2A}"/>
              </a:ext>
            </a:extLst>
          </p:cNvPr>
          <p:cNvCxnSpPr>
            <a:cxnSpLocks/>
          </p:cNvCxnSpPr>
          <p:nvPr/>
        </p:nvCxnSpPr>
        <p:spPr>
          <a:xfrm rot="10800000" flipV="1">
            <a:off x="782389" y="1596491"/>
            <a:ext cx="1" cy="2651760"/>
          </a:xfrm>
          <a:prstGeom prst="bentConnector3">
            <a:avLst>
              <a:gd name="adj1" fmla="val 22860100000"/>
            </a:avLst>
          </a:prstGeom>
          <a:ln w="22225">
            <a:solidFill>
              <a:srgbClr val="C00000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5F7CF3B-6886-0BA3-38EE-84BE52826297}"/>
              </a:ext>
            </a:extLst>
          </p:cNvPr>
          <p:cNvSpPr/>
          <p:nvPr/>
        </p:nvSpPr>
        <p:spPr>
          <a:xfrm rot="1017037">
            <a:off x="3100430" y="1884438"/>
            <a:ext cx="805615" cy="2495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Remove  </a:t>
            </a:r>
            <a:b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BD0D3E2F-A130-CA26-6D8E-0BDF5DDF2644}"/>
              </a:ext>
            </a:extLst>
          </p:cNvPr>
          <p:cNvSpPr/>
          <p:nvPr/>
        </p:nvSpPr>
        <p:spPr>
          <a:xfrm>
            <a:off x="3017107" y="1799989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C32CF809-A836-BAC2-2CE1-FDF36D8A9CD3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558172" y="4248251"/>
            <a:ext cx="308944" cy="1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46235436-1F41-57E1-F195-C9C86ABE9A92}"/>
              </a:ext>
            </a:extLst>
          </p:cNvPr>
          <p:cNvCxnSpPr>
            <a:cxnSpLocks/>
          </p:cNvCxnSpPr>
          <p:nvPr/>
        </p:nvCxnSpPr>
        <p:spPr>
          <a:xfrm flipV="1">
            <a:off x="563764" y="1593813"/>
            <a:ext cx="303351" cy="2677"/>
          </a:xfrm>
          <a:prstGeom prst="straightConnector1">
            <a:avLst/>
          </a:prstGeom>
          <a:ln w="22225">
            <a:solidFill>
              <a:srgbClr val="C00000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5350B9E3-156D-4222-27D7-5BF9672A4011}"/>
              </a:ext>
            </a:extLst>
          </p:cNvPr>
          <p:cNvSpPr/>
          <p:nvPr/>
        </p:nvSpPr>
        <p:spPr>
          <a:xfrm rot="16200000">
            <a:off x="-899162" y="2937891"/>
            <a:ext cx="2651759" cy="194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Invalidation (</a:t>
            </a:r>
            <a:r>
              <a:rPr lang="en-US" sz="1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VM Exit</a:t>
            </a:r>
            <a:r>
              <a:rPr lang="en-US" sz="15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35F74810-8D2E-EEC1-C679-4CD0354FBCB1}"/>
              </a:ext>
            </a:extLst>
          </p:cNvPr>
          <p:cNvSpPr/>
          <p:nvPr/>
        </p:nvSpPr>
        <p:spPr>
          <a:xfrm>
            <a:off x="3873466" y="4825698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cxnSp>
        <p:nvCxnSpPr>
          <p:cNvPr id="139" name="Elbow Connector 138">
            <a:extLst>
              <a:ext uri="{FF2B5EF4-FFF2-40B4-BE49-F238E27FC236}">
                <a16:creationId xmlns:a16="http://schemas.microsoft.com/office/drawing/2014/main" id="{6A74BB75-C6C4-E469-845E-955F5F9073F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396668" y="1083792"/>
            <a:ext cx="922849" cy="5823838"/>
          </a:xfrm>
          <a:prstGeom prst="bentConnector4">
            <a:avLst>
              <a:gd name="adj1" fmla="val -35630"/>
              <a:gd name="adj2" fmla="val 99988"/>
            </a:avLst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FE8166EB-7685-3CBB-A621-3ED8686FA20A}"/>
              </a:ext>
            </a:extLst>
          </p:cNvPr>
          <p:cNvSpPr/>
          <p:nvPr/>
        </p:nvSpPr>
        <p:spPr>
          <a:xfrm>
            <a:off x="3053861" y="4891576"/>
            <a:ext cx="3705592" cy="119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 invalidation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74B939E-2DE8-C6DE-1D9D-42CECC2CC231}"/>
              </a:ext>
            </a:extLst>
          </p:cNvPr>
          <p:cNvSpPr/>
          <p:nvPr/>
        </p:nvSpPr>
        <p:spPr>
          <a:xfrm>
            <a:off x="1132517" y="1731603"/>
            <a:ext cx="1518903" cy="244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IOVA</a:t>
            </a:r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4BA6A363-D2B2-B602-96B9-44B0E664BC93}"/>
              </a:ext>
            </a:extLst>
          </p:cNvPr>
          <p:cNvCxnSpPr>
            <a:cxnSpLocks/>
          </p:cNvCxnSpPr>
          <p:nvPr/>
        </p:nvCxnSpPr>
        <p:spPr>
          <a:xfrm flipV="1">
            <a:off x="2516565" y="2194894"/>
            <a:ext cx="0" cy="517335"/>
          </a:xfrm>
          <a:prstGeom prst="straightConnector1">
            <a:avLst/>
          </a:prstGeom>
          <a:ln w="22225">
            <a:solidFill>
              <a:srgbClr val="C00000"/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C519FD1-78FC-9A1C-38C8-E220C4257CD0}"/>
              </a:ext>
            </a:extLst>
          </p:cNvPr>
          <p:cNvSpPr/>
          <p:nvPr/>
        </p:nvSpPr>
        <p:spPr>
          <a:xfrm rot="20536426">
            <a:off x="2500741" y="2412481"/>
            <a:ext cx="797613" cy="1717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unmap</a:t>
            </a:r>
            <a:endParaRPr lang="en-US" sz="1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C43F2DF-E8F9-D760-F0F8-14F7C79AD440}"/>
              </a:ext>
            </a:extLst>
          </p:cNvPr>
          <p:cNvSpPr/>
          <p:nvPr/>
        </p:nvSpPr>
        <p:spPr>
          <a:xfrm>
            <a:off x="3797790" y="4818701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7FD9A567-6AED-5F9B-E62A-0E4D39BA62BF}"/>
              </a:ext>
            </a:extLst>
          </p:cNvPr>
          <p:cNvSpPr/>
          <p:nvPr/>
        </p:nvSpPr>
        <p:spPr>
          <a:xfrm>
            <a:off x="333317" y="1835320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5E87C135-08AA-5299-D204-E68DCD3AC3C2}"/>
              </a:ext>
            </a:extLst>
          </p:cNvPr>
          <p:cNvSpPr/>
          <p:nvPr/>
        </p:nvSpPr>
        <p:spPr>
          <a:xfrm>
            <a:off x="257641" y="1828323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B26098A9-F8B7-BCB7-F196-931A89D7EAF0}"/>
              </a:ext>
            </a:extLst>
          </p:cNvPr>
          <p:cNvSpPr/>
          <p:nvPr/>
        </p:nvSpPr>
        <p:spPr>
          <a:xfrm>
            <a:off x="1157237" y="1739494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47500C1-4C3E-F128-9A23-8B506D0BDA61}"/>
              </a:ext>
            </a:extLst>
          </p:cNvPr>
          <p:cNvSpPr/>
          <p:nvPr/>
        </p:nvSpPr>
        <p:spPr>
          <a:xfrm>
            <a:off x="1081561" y="1732497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4A646F70-6358-4D7A-8EF5-BFB9291FF3B5}"/>
              </a:ext>
            </a:extLst>
          </p:cNvPr>
          <p:cNvSpPr/>
          <p:nvPr/>
        </p:nvSpPr>
        <p:spPr>
          <a:xfrm>
            <a:off x="2579038" y="2126400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28669BD4-C7D5-A311-4162-C2422E64F961}"/>
              </a:ext>
            </a:extLst>
          </p:cNvPr>
          <p:cNvSpPr/>
          <p:nvPr/>
        </p:nvSpPr>
        <p:spPr>
          <a:xfrm>
            <a:off x="2503362" y="2119403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13</a:t>
            </a: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1A4B7187-D80D-AB0A-E77A-D746271B0EC5}"/>
              </a:ext>
            </a:extLst>
          </p:cNvPr>
          <p:cNvSpPr/>
          <p:nvPr/>
        </p:nvSpPr>
        <p:spPr>
          <a:xfrm>
            <a:off x="3143380" y="2858205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E07C3E50-6F79-31C8-B47D-71A60DC4DC72}"/>
              </a:ext>
            </a:extLst>
          </p:cNvPr>
          <p:cNvSpPr/>
          <p:nvPr/>
        </p:nvSpPr>
        <p:spPr>
          <a:xfrm>
            <a:off x="3057888" y="2851561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3099759B-35F5-C6D9-4CD9-30330B20306F}"/>
              </a:ext>
            </a:extLst>
          </p:cNvPr>
          <p:cNvSpPr/>
          <p:nvPr/>
        </p:nvSpPr>
        <p:spPr>
          <a:xfrm>
            <a:off x="3321655" y="2916172"/>
            <a:ext cx="797613" cy="1717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</a:p>
          <a:p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</a:p>
        </p:txBody>
      </p:sp>
      <p:cxnSp>
        <p:nvCxnSpPr>
          <p:cNvPr id="184" name="Elbow Connector 183">
            <a:extLst>
              <a:ext uri="{FF2B5EF4-FFF2-40B4-BE49-F238E27FC236}">
                <a16:creationId xmlns:a16="http://schemas.microsoft.com/office/drawing/2014/main" id="{8631B5CD-A415-FD12-7E32-0E5C143C661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50518" y="3119956"/>
            <a:ext cx="351774" cy="443592"/>
          </a:xfrm>
          <a:prstGeom prst="bentConnector2">
            <a:avLst/>
          </a:prstGeom>
          <a:ln w="22225"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Rectangle 193">
            <a:extLst>
              <a:ext uri="{FF2B5EF4-FFF2-40B4-BE49-F238E27FC236}">
                <a16:creationId xmlns:a16="http://schemas.microsoft.com/office/drawing/2014/main" id="{6952CB92-88B1-B88F-4C76-6A01F5B49F73}"/>
              </a:ext>
            </a:extLst>
          </p:cNvPr>
          <p:cNvSpPr/>
          <p:nvPr/>
        </p:nvSpPr>
        <p:spPr>
          <a:xfrm>
            <a:off x="927830" y="152991"/>
            <a:ext cx="2188644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Phase 1 (Pre-DMA) </a:t>
            </a:r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420656D3-B48D-4DE6-F186-BEDDAD074656}"/>
              </a:ext>
            </a:extLst>
          </p:cNvPr>
          <p:cNvSpPr/>
          <p:nvPr/>
        </p:nvSpPr>
        <p:spPr>
          <a:xfrm>
            <a:off x="3267492" y="248944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CE86883E-41A4-14DD-BCE7-3D8BEBE73263}"/>
              </a:ext>
            </a:extLst>
          </p:cNvPr>
          <p:cNvSpPr/>
          <p:nvPr/>
        </p:nvSpPr>
        <p:spPr>
          <a:xfrm>
            <a:off x="3358267" y="152991"/>
            <a:ext cx="1769545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Phase 2 (DMA) </a:t>
            </a: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2FC30F47-5CEB-4FAC-3DEC-E040013CB793}"/>
              </a:ext>
            </a:extLst>
          </p:cNvPr>
          <p:cNvSpPr/>
          <p:nvPr/>
        </p:nvSpPr>
        <p:spPr>
          <a:xfrm>
            <a:off x="5369600" y="248944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D9720899-1A4C-8354-26AE-A955EC240BD6}"/>
              </a:ext>
            </a:extLst>
          </p:cNvPr>
          <p:cNvSpPr/>
          <p:nvPr/>
        </p:nvSpPr>
        <p:spPr>
          <a:xfrm>
            <a:off x="5460375" y="152991"/>
            <a:ext cx="2203281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Phase 3 (Post-DMA) </a:t>
            </a:r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0B569D86-0376-8988-059A-C829C07DB894}"/>
              </a:ext>
            </a:extLst>
          </p:cNvPr>
          <p:cNvCxnSpPr>
            <a:cxnSpLocks/>
          </p:cNvCxnSpPr>
          <p:nvPr/>
        </p:nvCxnSpPr>
        <p:spPr>
          <a:xfrm>
            <a:off x="2907956" y="1472809"/>
            <a:ext cx="1311397" cy="367305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Oval 209">
            <a:extLst>
              <a:ext uri="{FF2B5EF4-FFF2-40B4-BE49-F238E27FC236}">
                <a16:creationId xmlns:a16="http://schemas.microsoft.com/office/drawing/2014/main" id="{4FF0B0FF-3D20-AB0A-0230-16AF08F6803B}"/>
              </a:ext>
            </a:extLst>
          </p:cNvPr>
          <p:cNvSpPr/>
          <p:nvPr/>
        </p:nvSpPr>
        <p:spPr>
          <a:xfrm>
            <a:off x="3128086" y="1132046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D5595BEB-AB30-026F-6068-478311309B06}"/>
              </a:ext>
            </a:extLst>
          </p:cNvPr>
          <p:cNvCxnSpPr>
            <a:cxnSpLocks/>
          </p:cNvCxnSpPr>
          <p:nvPr/>
        </p:nvCxnSpPr>
        <p:spPr>
          <a:xfrm>
            <a:off x="2901449" y="1693123"/>
            <a:ext cx="1311397" cy="367305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898F1A9-171E-6376-AE12-71205F9F020D}"/>
              </a:ext>
            </a:extLst>
          </p:cNvPr>
          <p:cNvSpPr/>
          <p:nvPr/>
        </p:nvSpPr>
        <p:spPr>
          <a:xfrm>
            <a:off x="3788563" y="504949"/>
            <a:ext cx="4298533" cy="46802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ADED04-1804-F687-7BD8-17FE5E741EDD}"/>
              </a:ext>
            </a:extLst>
          </p:cNvPr>
          <p:cNvSpPr/>
          <p:nvPr/>
        </p:nvSpPr>
        <p:spPr>
          <a:xfrm>
            <a:off x="5184254" y="461556"/>
            <a:ext cx="1682813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 Hardware</a:t>
            </a:r>
          </a:p>
        </p:txBody>
      </p:sp>
    </p:spTree>
    <p:extLst>
      <p:ext uri="{BB962C8B-B14F-4D97-AF65-F5344CB8AC3E}">
        <p14:creationId xmlns:p14="http://schemas.microsoft.com/office/powerpoint/2010/main" val="3154776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281</Words>
  <Application>Microsoft Macintosh PowerPoint</Application>
  <PresentationFormat>Widescreen</PresentationFormat>
  <Paragraphs>148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Xu, Tianyin</dc:creator>
  <cp:lastModifiedBy>Xu, Tianyin</cp:lastModifiedBy>
  <cp:revision>6</cp:revision>
  <dcterms:created xsi:type="dcterms:W3CDTF">2026-03-28T19:37:50Z</dcterms:created>
  <dcterms:modified xsi:type="dcterms:W3CDTF">2026-03-28T21:53:35Z</dcterms:modified>
</cp:coreProperties>
</file>