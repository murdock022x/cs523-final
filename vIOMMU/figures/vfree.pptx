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0" r:id="rId4"/>
  </p:sldIdLst>
  <p:sldSz cx="243776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12"/>
    <p:restoredTop sz="94694"/>
  </p:normalViewPr>
  <p:slideViewPr>
    <p:cSldViewPr snapToGrid="0">
      <p:cViewPr>
        <p:scale>
          <a:sx n="55" d="100"/>
          <a:sy n="55" d="100"/>
        </p:scale>
        <p:origin x="-168" y="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206" y="1122363"/>
            <a:ext cx="1828323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206" y="3602038"/>
            <a:ext cx="1828323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23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33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267" y="1709738"/>
            <a:ext cx="2102572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267" y="4589464"/>
            <a:ext cx="2102572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7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5964" y="1825625"/>
            <a:ext cx="103605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1185" y="1825625"/>
            <a:ext cx="1036050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1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39" y="365126"/>
            <a:ext cx="21025723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139" y="1681163"/>
            <a:ext cx="103128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139" y="2505075"/>
            <a:ext cx="103128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1186" y="1681163"/>
            <a:ext cx="103636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1186" y="2505075"/>
            <a:ext cx="103636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57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7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40" y="457200"/>
            <a:ext cx="78624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677" y="987426"/>
            <a:ext cx="1234118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140" y="2057400"/>
            <a:ext cx="78624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8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40" y="457200"/>
            <a:ext cx="786242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3677" y="987426"/>
            <a:ext cx="12341185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140" y="2057400"/>
            <a:ext cx="786242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2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5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5256" y="365125"/>
            <a:ext cx="525643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5963" y="365125"/>
            <a:ext cx="1546457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65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365126"/>
            <a:ext cx="210257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1825625"/>
            <a:ext cx="2102572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4" y="6356351"/>
            <a:ext cx="5484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6356351"/>
            <a:ext cx="82274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6356351"/>
            <a:ext cx="54849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6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214533-7A3A-BD4E-890C-1B89EED72950}"/>
              </a:ext>
            </a:extLst>
          </p:cNvPr>
          <p:cNvSpPr/>
          <p:nvPr/>
        </p:nvSpPr>
        <p:spPr>
          <a:xfrm>
            <a:off x="8017471" y="1238545"/>
            <a:ext cx="3201255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A9B28-47A1-8A34-E5E0-6480785F4DF0}"/>
              </a:ext>
            </a:extLst>
          </p:cNvPr>
          <p:cNvSpPr/>
          <p:nvPr/>
        </p:nvSpPr>
        <p:spPr>
          <a:xfrm>
            <a:off x="7396693" y="1372192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E9985-3B2D-EB7A-4B5D-85F140BEACD6}"/>
              </a:ext>
            </a:extLst>
          </p:cNvPr>
          <p:cNvSpPr/>
          <p:nvPr/>
        </p:nvSpPr>
        <p:spPr>
          <a:xfrm>
            <a:off x="8144078" y="1372192"/>
            <a:ext cx="788535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A91E6-5887-DBFF-7136-F471BDCE8973}"/>
              </a:ext>
            </a:extLst>
          </p:cNvPr>
          <p:cNvSpPr/>
          <p:nvPr/>
        </p:nvSpPr>
        <p:spPr>
          <a:xfrm>
            <a:off x="9009859" y="1372191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3738D-6D6E-AA80-16E4-64B27E8CF9E0}"/>
              </a:ext>
            </a:extLst>
          </p:cNvPr>
          <p:cNvSpPr/>
          <p:nvPr/>
        </p:nvSpPr>
        <p:spPr>
          <a:xfrm>
            <a:off x="11313251" y="1372191"/>
            <a:ext cx="899591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D1EFC-FB06-0268-4B58-1622BECA9AB9}"/>
              </a:ext>
            </a:extLst>
          </p:cNvPr>
          <p:cNvSpPr/>
          <p:nvPr/>
        </p:nvSpPr>
        <p:spPr>
          <a:xfrm>
            <a:off x="12248755" y="1372190"/>
            <a:ext cx="820617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51FB06-20BB-8CD6-F2C5-1FD7875BB082}"/>
              </a:ext>
            </a:extLst>
          </p:cNvPr>
          <p:cNvSpPr/>
          <p:nvPr/>
        </p:nvSpPr>
        <p:spPr>
          <a:xfrm>
            <a:off x="11036610" y="2378361"/>
            <a:ext cx="3242726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575E1-7A11-FAA0-3E55-F89EA8BAEA27}"/>
              </a:ext>
            </a:extLst>
          </p:cNvPr>
          <p:cNvSpPr/>
          <p:nvPr/>
        </p:nvSpPr>
        <p:spPr>
          <a:xfrm>
            <a:off x="11137090" y="2520717"/>
            <a:ext cx="7826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695E4-5393-BE41-425B-3681F7B1A556}"/>
              </a:ext>
            </a:extLst>
          </p:cNvPr>
          <p:cNvSpPr/>
          <p:nvPr/>
        </p:nvSpPr>
        <p:spPr>
          <a:xfrm>
            <a:off x="12099123" y="2520716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04625-1FF8-89A4-E010-1C707A03133D}"/>
              </a:ext>
            </a:extLst>
          </p:cNvPr>
          <p:cNvSpPr/>
          <p:nvPr/>
        </p:nvSpPr>
        <p:spPr>
          <a:xfrm>
            <a:off x="14358970" y="2520716"/>
            <a:ext cx="899591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1D60F-00BF-CDB6-FCBE-B1A13C0ED1ED}"/>
              </a:ext>
            </a:extLst>
          </p:cNvPr>
          <p:cNvSpPr/>
          <p:nvPr/>
        </p:nvSpPr>
        <p:spPr>
          <a:xfrm>
            <a:off x="15345273" y="2520715"/>
            <a:ext cx="820617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5341971-B6B5-68E2-2FCA-6F607C891F8E}"/>
              </a:ext>
            </a:extLst>
          </p:cNvPr>
          <p:cNvSpPr/>
          <p:nvPr/>
        </p:nvSpPr>
        <p:spPr>
          <a:xfrm>
            <a:off x="14076411" y="3499704"/>
            <a:ext cx="2950253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5D7666-065B-EECE-1847-CDE55EE32F0D}"/>
              </a:ext>
            </a:extLst>
          </p:cNvPr>
          <p:cNvSpPr/>
          <p:nvPr/>
        </p:nvSpPr>
        <p:spPr>
          <a:xfrm>
            <a:off x="14203018" y="3633351"/>
            <a:ext cx="867509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8922FD-0348-577B-8ED5-D2B4930ECF6B}"/>
              </a:ext>
            </a:extLst>
          </p:cNvPr>
          <p:cNvSpPr/>
          <p:nvPr/>
        </p:nvSpPr>
        <p:spPr>
          <a:xfrm>
            <a:off x="15165052" y="3633350"/>
            <a:ext cx="1721535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6C2E0C-E1C9-1BC6-7C0F-BAEC20CDC029}"/>
              </a:ext>
            </a:extLst>
          </p:cNvPr>
          <p:cNvSpPr/>
          <p:nvPr/>
        </p:nvSpPr>
        <p:spPr>
          <a:xfrm>
            <a:off x="7538153" y="2520714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EB59B4-7738-1E88-4210-21CF3ECE9891}"/>
              </a:ext>
            </a:extLst>
          </p:cNvPr>
          <p:cNvSpPr/>
          <p:nvPr/>
        </p:nvSpPr>
        <p:spPr>
          <a:xfrm>
            <a:off x="8011767" y="3633348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01B01E-6CED-4398-48A8-8308C95AF3F5}"/>
              </a:ext>
            </a:extLst>
          </p:cNvPr>
          <p:cNvCxnSpPr>
            <a:cxnSpLocks/>
            <a:stCxn id="27" idx="3"/>
            <a:endCxn id="15" idx="1"/>
          </p:cNvCxnSpPr>
          <p:nvPr/>
        </p:nvCxnSpPr>
        <p:spPr>
          <a:xfrm>
            <a:off x="8044043" y="2844271"/>
            <a:ext cx="3093046" cy="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5530FD-8B17-FD58-ECE5-74767EC1B95A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>
            <a:off x="8517657" y="3956905"/>
            <a:ext cx="5685360" cy="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FCF5F6A-8372-792A-8A0E-978D9746F081}"/>
              </a:ext>
            </a:extLst>
          </p:cNvPr>
          <p:cNvSpPr/>
          <p:nvPr/>
        </p:nvSpPr>
        <p:spPr>
          <a:xfrm>
            <a:off x="8044045" y="2337786"/>
            <a:ext cx="3020943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Contention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ABB89AE4-A761-CE17-6969-C2B868335AD1}"/>
              </a:ext>
            </a:extLst>
          </p:cNvPr>
          <p:cNvSpPr/>
          <p:nvPr/>
        </p:nvSpPr>
        <p:spPr>
          <a:xfrm rot="16200000">
            <a:off x="9498432" y="1207673"/>
            <a:ext cx="155448" cy="3053647"/>
          </a:xfrm>
          <a:prstGeom prst="rightBrace">
            <a:avLst>
              <a:gd name="adj1" fmla="val 9333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15E76822-DC4E-FD7A-1618-3E660573B1B2}"/>
              </a:ext>
            </a:extLst>
          </p:cNvPr>
          <p:cNvSpPr/>
          <p:nvPr/>
        </p:nvSpPr>
        <p:spPr>
          <a:xfrm rot="16200000">
            <a:off x="11251243" y="983818"/>
            <a:ext cx="207419" cy="5674586"/>
          </a:xfrm>
          <a:prstGeom prst="rightBrace">
            <a:avLst>
              <a:gd name="adj1" fmla="val 9333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384F02-21BC-E4FB-D434-64CB75E54FDF}"/>
              </a:ext>
            </a:extLst>
          </p:cNvPr>
          <p:cNvSpPr/>
          <p:nvPr/>
        </p:nvSpPr>
        <p:spPr>
          <a:xfrm>
            <a:off x="8528429" y="3406716"/>
            <a:ext cx="5545632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Contention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805667-B84C-F2F1-D802-7CFA254F5A4C}"/>
              </a:ext>
            </a:extLst>
          </p:cNvPr>
          <p:cNvCxnSpPr>
            <a:cxnSpLocks/>
          </p:cNvCxnSpPr>
          <p:nvPr/>
        </p:nvCxnSpPr>
        <p:spPr>
          <a:xfrm>
            <a:off x="11128388" y="2013096"/>
            <a:ext cx="0" cy="50761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10AA44-93EB-FA1A-2166-FF431744079F}"/>
              </a:ext>
            </a:extLst>
          </p:cNvPr>
          <p:cNvCxnSpPr>
            <a:cxnSpLocks/>
          </p:cNvCxnSpPr>
          <p:nvPr/>
        </p:nvCxnSpPr>
        <p:spPr>
          <a:xfrm>
            <a:off x="14211443" y="3167827"/>
            <a:ext cx="0" cy="48564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F17D88F-7976-D307-3EA5-CD3CB238DB6B}"/>
              </a:ext>
            </a:extLst>
          </p:cNvPr>
          <p:cNvSpPr/>
          <p:nvPr/>
        </p:nvSpPr>
        <p:spPr>
          <a:xfrm>
            <a:off x="14329211" y="1400530"/>
            <a:ext cx="615342" cy="200606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62FCE5-0ABB-F22A-A186-5E12F9A63F4D}"/>
              </a:ext>
            </a:extLst>
          </p:cNvPr>
          <p:cNvSpPr/>
          <p:nvPr/>
        </p:nvSpPr>
        <p:spPr>
          <a:xfrm>
            <a:off x="14979969" y="1338926"/>
            <a:ext cx="1224425" cy="277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Serialized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FC06CB-7B13-C9B2-F7E5-FE26952BAA85}"/>
              </a:ext>
            </a:extLst>
          </p:cNvPr>
          <p:cNvCxnSpPr>
            <a:cxnSpLocks/>
          </p:cNvCxnSpPr>
          <p:nvPr/>
        </p:nvCxnSpPr>
        <p:spPr>
          <a:xfrm>
            <a:off x="14336421" y="1808559"/>
            <a:ext cx="60813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FF4A32E-F8F1-A360-B2A9-8B7F7D196F29}"/>
              </a:ext>
            </a:extLst>
          </p:cNvPr>
          <p:cNvSpPr/>
          <p:nvPr/>
        </p:nvSpPr>
        <p:spPr>
          <a:xfrm>
            <a:off x="14944705" y="1469060"/>
            <a:ext cx="2208153" cy="647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dependency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605861-338A-3DC9-9B71-851254ED1FCE}"/>
              </a:ext>
            </a:extLst>
          </p:cNvPr>
          <p:cNvSpPr/>
          <p:nvPr/>
        </p:nvSpPr>
        <p:spPr>
          <a:xfrm>
            <a:off x="14336420" y="1051732"/>
            <a:ext cx="615342" cy="206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FE872F-32BF-A8EA-D970-A9EB24716D09}"/>
              </a:ext>
            </a:extLst>
          </p:cNvPr>
          <p:cNvSpPr/>
          <p:nvPr/>
        </p:nvSpPr>
        <p:spPr>
          <a:xfrm>
            <a:off x="14981355" y="992984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VM exit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5A9A4E-9527-453E-0584-96AD7A8EAB04}"/>
              </a:ext>
            </a:extLst>
          </p:cNvPr>
          <p:cNvSpPr/>
          <p:nvPr/>
        </p:nvSpPr>
        <p:spPr>
          <a:xfrm flipV="1">
            <a:off x="16654188" y="3482786"/>
            <a:ext cx="406422" cy="931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0472B3-C0C8-3550-F78A-9720D2F083D8}"/>
              </a:ext>
            </a:extLst>
          </p:cNvPr>
          <p:cNvSpPr/>
          <p:nvPr/>
        </p:nvSpPr>
        <p:spPr>
          <a:xfrm>
            <a:off x="12731704" y="171481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C87AAC-F042-168B-073D-11B611A668F7}"/>
              </a:ext>
            </a:extLst>
          </p:cNvPr>
          <p:cNvSpPr/>
          <p:nvPr/>
        </p:nvSpPr>
        <p:spPr>
          <a:xfrm>
            <a:off x="15861990" y="285445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A3E927-7379-C3AF-2C51-8B811A7DCC73}"/>
              </a:ext>
            </a:extLst>
          </p:cNvPr>
          <p:cNvSpPr/>
          <p:nvPr/>
        </p:nvSpPr>
        <p:spPr>
          <a:xfrm>
            <a:off x="8214116" y="387422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C86BE-0193-9BF5-97E5-C789B01BBD07}"/>
              </a:ext>
            </a:extLst>
          </p:cNvPr>
          <p:cNvSpPr/>
          <p:nvPr/>
        </p:nvSpPr>
        <p:spPr>
          <a:xfrm>
            <a:off x="7583632" y="1615960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A184D0-1B65-12D6-F321-807D81775727}"/>
              </a:ext>
            </a:extLst>
          </p:cNvPr>
          <p:cNvSpPr/>
          <p:nvPr/>
        </p:nvSpPr>
        <p:spPr>
          <a:xfrm>
            <a:off x="11896085" y="171165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30446A-4E45-88B1-1A55-B7AA0224D75E}"/>
              </a:ext>
            </a:extLst>
          </p:cNvPr>
          <p:cNvSpPr/>
          <p:nvPr/>
        </p:nvSpPr>
        <p:spPr>
          <a:xfrm>
            <a:off x="7721862" y="276259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3C7D88-C79F-CBCD-4514-1A1682DBD504}"/>
              </a:ext>
            </a:extLst>
          </p:cNvPr>
          <p:cNvSpPr/>
          <p:nvPr/>
        </p:nvSpPr>
        <p:spPr>
          <a:xfrm>
            <a:off x="14944553" y="286056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14BD0E-D70B-F497-5DF3-E999CDD24574}"/>
              </a:ext>
            </a:extLst>
          </p:cNvPr>
          <p:cNvSpPr/>
          <p:nvPr/>
        </p:nvSpPr>
        <p:spPr>
          <a:xfrm>
            <a:off x="6817509" y="1380824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9D5BC1D-1845-757A-16DB-A004DC077094}"/>
              </a:ext>
            </a:extLst>
          </p:cNvPr>
          <p:cNvSpPr/>
          <p:nvPr/>
        </p:nvSpPr>
        <p:spPr>
          <a:xfrm>
            <a:off x="7004448" y="162459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0D5DA91-77E7-6885-B5AC-0431830D00CF}"/>
              </a:ext>
            </a:extLst>
          </p:cNvPr>
          <p:cNvSpPr/>
          <p:nvPr/>
        </p:nvSpPr>
        <p:spPr>
          <a:xfrm>
            <a:off x="6823241" y="2520714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E87402-F607-1AFC-4F75-AA27854B9C61}"/>
              </a:ext>
            </a:extLst>
          </p:cNvPr>
          <p:cNvSpPr/>
          <p:nvPr/>
        </p:nvSpPr>
        <p:spPr>
          <a:xfrm>
            <a:off x="7010180" y="276448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93E1E3A-ADBC-586C-454A-96865E7D44FB}"/>
              </a:ext>
            </a:extLst>
          </p:cNvPr>
          <p:cNvSpPr/>
          <p:nvPr/>
        </p:nvSpPr>
        <p:spPr>
          <a:xfrm>
            <a:off x="6817509" y="3670007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63086-E37B-01AF-895F-FD2C55613B16}"/>
              </a:ext>
            </a:extLst>
          </p:cNvPr>
          <p:cNvSpPr/>
          <p:nvPr/>
        </p:nvSpPr>
        <p:spPr>
          <a:xfrm>
            <a:off x="7004448" y="391377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C41D5DA-2815-0686-8065-BAE38E9B2DA3}"/>
              </a:ext>
            </a:extLst>
          </p:cNvPr>
          <p:cNvSpPr/>
          <p:nvPr/>
        </p:nvSpPr>
        <p:spPr>
          <a:xfrm>
            <a:off x="14147191" y="859753"/>
            <a:ext cx="3046834" cy="122123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F655774-6F68-B84B-B4C1-1DF2D36C1003}"/>
              </a:ext>
            </a:extLst>
          </p:cNvPr>
          <p:cNvSpPr/>
          <p:nvPr/>
        </p:nvSpPr>
        <p:spPr>
          <a:xfrm>
            <a:off x="7225149" y="914990"/>
            <a:ext cx="918928" cy="28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9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338-5D3D-AFB2-63A1-C6779D6E3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93346196-B5FF-5DB1-4BC5-89762118D49E}"/>
              </a:ext>
            </a:extLst>
          </p:cNvPr>
          <p:cNvCxnSpPr>
            <a:cxnSpLocks/>
            <a:endCxn id="84" idx="1"/>
          </p:cNvCxnSpPr>
          <p:nvPr/>
        </p:nvCxnSpPr>
        <p:spPr>
          <a:xfrm flipV="1">
            <a:off x="2860210" y="6092259"/>
            <a:ext cx="7346480" cy="9047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7313F4D-3C96-2306-DEF0-3B93EAF7E196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2860210" y="4827661"/>
            <a:ext cx="3361474" cy="47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3A898B2F-38DF-E05D-9596-29BD1C743AE7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404815" y="2419462"/>
            <a:ext cx="7921103" cy="1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00A8484-6C88-C55A-5A78-A45F6C33A5AA}"/>
              </a:ext>
            </a:extLst>
          </p:cNvPr>
          <p:cNvCxnSpPr>
            <a:cxnSpLocks/>
            <a:stCxn id="89" idx="3"/>
            <a:endCxn id="92" idx="1"/>
          </p:cNvCxnSpPr>
          <p:nvPr/>
        </p:nvCxnSpPr>
        <p:spPr>
          <a:xfrm>
            <a:off x="14014619" y="6092257"/>
            <a:ext cx="3746223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BDCC6500-A7DC-13F4-BF2E-184ADD6A26CB}"/>
              </a:ext>
            </a:extLst>
          </p:cNvPr>
          <p:cNvCxnSpPr>
            <a:cxnSpLocks/>
            <a:stCxn id="76" idx="1"/>
          </p:cNvCxnSpPr>
          <p:nvPr/>
        </p:nvCxnSpPr>
        <p:spPr>
          <a:xfrm>
            <a:off x="8359780" y="4827706"/>
            <a:ext cx="9811370" cy="8808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771DF414-2367-24B9-72B2-227BD1129613}"/>
              </a:ext>
            </a:extLst>
          </p:cNvPr>
          <p:cNvSpPr/>
          <p:nvPr/>
        </p:nvSpPr>
        <p:spPr>
          <a:xfrm>
            <a:off x="2898924" y="2095907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87514-E9C6-19E0-4B08-DAABF211573A}"/>
              </a:ext>
            </a:extLst>
          </p:cNvPr>
          <p:cNvSpPr/>
          <p:nvPr/>
        </p:nvSpPr>
        <p:spPr>
          <a:xfrm>
            <a:off x="3546767" y="2095907"/>
            <a:ext cx="872604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DC22F-190E-25F3-0B2A-B7D68DD00F0C}"/>
              </a:ext>
            </a:extLst>
          </p:cNvPr>
          <p:cNvSpPr/>
          <p:nvPr/>
        </p:nvSpPr>
        <p:spPr>
          <a:xfrm>
            <a:off x="5530679" y="2095906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21834-A04E-6DBD-5E1C-8B6C93C7305C}"/>
              </a:ext>
            </a:extLst>
          </p:cNvPr>
          <p:cNvSpPr/>
          <p:nvPr/>
        </p:nvSpPr>
        <p:spPr>
          <a:xfrm>
            <a:off x="7818573" y="2095906"/>
            <a:ext cx="899591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Free  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26EE83-648F-A77B-FF96-6BF7363B248D}"/>
              </a:ext>
            </a:extLst>
          </p:cNvPr>
          <p:cNvSpPr/>
          <p:nvPr/>
        </p:nvSpPr>
        <p:spPr>
          <a:xfrm>
            <a:off x="9345305" y="2095905"/>
            <a:ext cx="820617" cy="647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46F06A-0796-BC76-4024-5D72C9E1A9B9}"/>
              </a:ext>
            </a:extLst>
          </p:cNvPr>
          <p:cNvSpPr/>
          <p:nvPr/>
        </p:nvSpPr>
        <p:spPr>
          <a:xfrm>
            <a:off x="18824267" y="3091662"/>
            <a:ext cx="615342" cy="206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C3B10AA-DBB7-1E6C-FB7B-8361AD5FBD62}"/>
              </a:ext>
            </a:extLst>
          </p:cNvPr>
          <p:cNvSpPr/>
          <p:nvPr/>
        </p:nvSpPr>
        <p:spPr>
          <a:xfrm>
            <a:off x="19461472" y="3066854"/>
            <a:ext cx="253951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 + IOMMU HW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77E53AA-AFF3-128E-2884-A69978F9389B}"/>
              </a:ext>
            </a:extLst>
          </p:cNvPr>
          <p:cNvSpPr/>
          <p:nvPr/>
        </p:nvSpPr>
        <p:spPr>
          <a:xfrm>
            <a:off x="2319740" y="2104539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4EA348F-AFA2-5E62-0F8F-52594DE30988}"/>
              </a:ext>
            </a:extLst>
          </p:cNvPr>
          <p:cNvSpPr/>
          <p:nvPr/>
        </p:nvSpPr>
        <p:spPr>
          <a:xfrm>
            <a:off x="2506679" y="234830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74E824B-D4C0-6259-A514-11BE9C9A7F47}"/>
              </a:ext>
            </a:extLst>
          </p:cNvPr>
          <p:cNvSpPr/>
          <p:nvPr/>
        </p:nvSpPr>
        <p:spPr>
          <a:xfrm>
            <a:off x="2299691" y="3298519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AB6E52F-F491-2058-7C73-6C15EF366BD4}"/>
              </a:ext>
            </a:extLst>
          </p:cNvPr>
          <p:cNvSpPr/>
          <p:nvPr/>
        </p:nvSpPr>
        <p:spPr>
          <a:xfrm>
            <a:off x="2486630" y="354228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893409F-3C99-F3F3-2853-E2B8AF562E38}"/>
              </a:ext>
            </a:extLst>
          </p:cNvPr>
          <p:cNvSpPr/>
          <p:nvPr/>
        </p:nvSpPr>
        <p:spPr>
          <a:xfrm>
            <a:off x="2321345" y="4512958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72AE1F3-AAEB-BAD3-F20F-BD6D5036AF3D}"/>
              </a:ext>
            </a:extLst>
          </p:cNvPr>
          <p:cNvSpPr/>
          <p:nvPr/>
        </p:nvSpPr>
        <p:spPr>
          <a:xfrm>
            <a:off x="2508284" y="475672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62E2FE7-389E-A276-EE50-33B4EDC7FB82}"/>
              </a:ext>
            </a:extLst>
          </p:cNvPr>
          <p:cNvSpPr/>
          <p:nvPr/>
        </p:nvSpPr>
        <p:spPr>
          <a:xfrm>
            <a:off x="18654078" y="2348306"/>
            <a:ext cx="3377909" cy="24882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7E4026-9ACE-213F-39A5-1EE4B94A31EE}"/>
              </a:ext>
            </a:extLst>
          </p:cNvPr>
          <p:cNvSpPr/>
          <p:nvPr/>
        </p:nvSpPr>
        <p:spPr>
          <a:xfrm>
            <a:off x="4583660" y="2095905"/>
            <a:ext cx="78853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b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734DB8-8A1F-30C9-CA93-5CC0A38A96FB}"/>
              </a:ext>
            </a:extLst>
          </p:cNvPr>
          <p:cNvSpPr/>
          <p:nvPr/>
        </p:nvSpPr>
        <p:spPr>
          <a:xfrm>
            <a:off x="10648871" y="2095906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1C3C4E-6A01-E207-1C67-8D5E76BDDA94}"/>
              </a:ext>
            </a:extLst>
          </p:cNvPr>
          <p:cNvSpPr/>
          <p:nvPr/>
        </p:nvSpPr>
        <p:spPr>
          <a:xfrm>
            <a:off x="11325918" y="2095906"/>
            <a:ext cx="820617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2F23BD-B384-4312-CEC8-15F45D167F24}"/>
              </a:ext>
            </a:extLst>
          </p:cNvPr>
          <p:cNvSpPr/>
          <p:nvPr/>
        </p:nvSpPr>
        <p:spPr>
          <a:xfrm>
            <a:off x="17465584" y="2095904"/>
            <a:ext cx="820617" cy="647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85C6141-77C8-4D71-0FAD-A62FA105717A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2146535" y="2419461"/>
            <a:ext cx="5319049" cy="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B09F29BB-2C55-27B3-9A09-45A9F7257DFC}"/>
              </a:ext>
            </a:extLst>
          </p:cNvPr>
          <p:cNvSpPr/>
          <p:nvPr/>
        </p:nvSpPr>
        <p:spPr>
          <a:xfrm>
            <a:off x="12395181" y="1991021"/>
            <a:ext cx="4779631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Contend to set BUSY; wait if comp &lt; seq (= 5)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321650-7305-2A05-0F32-7CEAEF8EEF6B}"/>
              </a:ext>
            </a:extLst>
          </p:cNvPr>
          <p:cNvSpPr/>
          <p:nvPr/>
        </p:nvSpPr>
        <p:spPr>
          <a:xfrm>
            <a:off x="5530679" y="3278550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4D05A07-AF41-E9F6-B487-8BBB54AC666B}"/>
              </a:ext>
            </a:extLst>
          </p:cNvPr>
          <p:cNvSpPr/>
          <p:nvPr/>
        </p:nvSpPr>
        <p:spPr>
          <a:xfrm>
            <a:off x="6207726" y="3278550"/>
            <a:ext cx="843163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E08A5E-14A6-4B03-8A05-E5679E8B5B5D}"/>
              </a:ext>
            </a:extLst>
          </p:cNvPr>
          <p:cNvSpPr/>
          <p:nvPr/>
        </p:nvSpPr>
        <p:spPr>
          <a:xfrm>
            <a:off x="13822405" y="3278548"/>
            <a:ext cx="820617" cy="647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49C374E-1311-0E54-73A7-AACC50404566}"/>
              </a:ext>
            </a:extLst>
          </p:cNvPr>
          <p:cNvCxnSpPr>
            <a:cxnSpLocks/>
            <a:stCxn id="40" idx="3"/>
            <a:endCxn id="41" idx="1"/>
          </p:cNvCxnSpPr>
          <p:nvPr/>
        </p:nvCxnSpPr>
        <p:spPr>
          <a:xfrm flipV="1">
            <a:off x="7050889" y="3602105"/>
            <a:ext cx="6771516" cy="1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0252AE8-E5DA-7462-78B6-18C0532F9790}"/>
              </a:ext>
            </a:extLst>
          </p:cNvPr>
          <p:cNvSpPr/>
          <p:nvPr/>
        </p:nvSpPr>
        <p:spPr>
          <a:xfrm>
            <a:off x="7094235" y="3174296"/>
            <a:ext cx="6710397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Contend to set BUSY; wait if comp &lt; seq (= 2)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8071EF0-A334-BEF6-D2AA-4E24FDF94A48}"/>
              </a:ext>
            </a:extLst>
          </p:cNvPr>
          <p:cNvSpPr/>
          <p:nvPr/>
        </p:nvSpPr>
        <p:spPr>
          <a:xfrm>
            <a:off x="5544637" y="4504152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0121DAC-5B35-AEF2-545E-910FF14C0DB4}"/>
              </a:ext>
            </a:extLst>
          </p:cNvPr>
          <p:cNvSpPr/>
          <p:nvPr/>
        </p:nvSpPr>
        <p:spPr>
          <a:xfrm>
            <a:off x="6221684" y="4504152"/>
            <a:ext cx="82920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A9E0CCC-070B-EC2C-B227-56EC39E3D5C8}"/>
              </a:ext>
            </a:extLst>
          </p:cNvPr>
          <p:cNvSpPr/>
          <p:nvPr/>
        </p:nvSpPr>
        <p:spPr>
          <a:xfrm>
            <a:off x="9251935" y="4504151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656DC5-20CF-8CFC-C54C-366D952B6FF8}"/>
              </a:ext>
            </a:extLst>
          </p:cNvPr>
          <p:cNvSpPr/>
          <p:nvPr/>
        </p:nvSpPr>
        <p:spPr>
          <a:xfrm>
            <a:off x="11555327" y="4504151"/>
            <a:ext cx="1033625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    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0500F11-514F-7CBC-8CF1-ED47251C45B2}"/>
              </a:ext>
            </a:extLst>
          </p:cNvPr>
          <p:cNvSpPr/>
          <p:nvPr/>
        </p:nvSpPr>
        <p:spPr>
          <a:xfrm>
            <a:off x="8359780" y="4504150"/>
            <a:ext cx="78853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b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[1,2]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7311516F-0761-D6DA-75B0-4E0F7BE63129}"/>
              </a:ext>
            </a:extLst>
          </p:cNvPr>
          <p:cNvCxnSpPr>
            <a:cxnSpLocks/>
            <a:stCxn id="55" idx="3"/>
            <a:endCxn id="76" idx="1"/>
          </p:cNvCxnSpPr>
          <p:nvPr/>
        </p:nvCxnSpPr>
        <p:spPr>
          <a:xfrm flipV="1">
            <a:off x="7050889" y="4827706"/>
            <a:ext cx="1308891" cy="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AD18B8F9-AB28-12B9-B938-BBBD2C9DDB69}"/>
              </a:ext>
            </a:extLst>
          </p:cNvPr>
          <p:cNvSpPr/>
          <p:nvPr/>
        </p:nvSpPr>
        <p:spPr>
          <a:xfrm>
            <a:off x="6851950" y="4289968"/>
            <a:ext cx="1661788" cy="3692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Contend to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79A91B4-EDE8-685A-E058-A98FDD562BFF}"/>
              </a:ext>
            </a:extLst>
          </p:cNvPr>
          <p:cNvSpPr/>
          <p:nvPr/>
        </p:nvSpPr>
        <p:spPr>
          <a:xfrm>
            <a:off x="12894538" y="4504149"/>
            <a:ext cx="820617" cy="647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5B685A8-B14B-6402-1BBA-9BEEA948C477}"/>
              </a:ext>
            </a:extLst>
          </p:cNvPr>
          <p:cNvSpPr/>
          <p:nvPr/>
        </p:nvSpPr>
        <p:spPr>
          <a:xfrm>
            <a:off x="9568261" y="5768703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0DB2A51-13B4-6A23-12CB-24BB763050A2}"/>
              </a:ext>
            </a:extLst>
          </p:cNvPr>
          <p:cNvSpPr/>
          <p:nvPr/>
        </p:nvSpPr>
        <p:spPr>
          <a:xfrm>
            <a:off x="10206690" y="5768703"/>
            <a:ext cx="827153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B6EDB454-1829-752E-78E3-E5414CB803FD}"/>
              </a:ext>
            </a:extLst>
          </p:cNvPr>
          <p:cNvSpPr/>
          <p:nvPr/>
        </p:nvSpPr>
        <p:spPr>
          <a:xfrm>
            <a:off x="14118239" y="5768702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F772C760-0E51-00CA-C54A-26D478A82145}"/>
              </a:ext>
            </a:extLst>
          </p:cNvPr>
          <p:cNvSpPr/>
          <p:nvPr/>
        </p:nvSpPr>
        <p:spPr>
          <a:xfrm>
            <a:off x="16421631" y="5768702"/>
            <a:ext cx="1143422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Free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IOVA   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2B1F94C-1D79-F52F-CDD8-B6CF68BD982D}"/>
              </a:ext>
            </a:extLst>
          </p:cNvPr>
          <p:cNvSpPr/>
          <p:nvPr/>
        </p:nvSpPr>
        <p:spPr>
          <a:xfrm>
            <a:off x="13226084" y="5768701"/>
            <a:ext cx="78853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b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[3,4]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61F31668-71F1-A913-62A8-62C6489A5A4C}"/>
              </a:ext>
            </a:extLst>
          </p:cNvPr>
          <p:cNvCxnSpPr>
            <a:cxnSpLocks/>
            <a:stCxn id="84" idx="3"/>
            <a:endCxn id="89" idx="1"/>
          </p:cNvCxnSpPr>
          <p:nvPr/>
        </p:nvCxnSpPr>
        <p:spPr>
          <a:xfrm flipV="1">
            <a:off x="11033843" y="6092257"/>
            <a:ext cx="2192241" cy="2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167842B0-7DDF-72FE-0926-E7E409EDD518}"/>
              </a:ext>
            </a:extLst>
          </p:cNvPr>
          <p:cNvSpPr/>
          <p:nvPr/>
        </p:nvSpPr>
        <p:spPr>
          <a:xfrm>
            <a:off x="10875256" y="5691294"/>
            <a:ext cx="2542313" cy="369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Contend to set BUSY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5837DB1-A625-091D-7F0B-4A24868D7684}"/>
              </a:ext>
            </a:extLst>
          </p:cNvPr>
          <p:cNvSpPr/>
          <p:nvPr/>
        </p:nvSpPr>
        <p:spPr>
          <a:xfrm>
            <a:off x="17760842" y="5768700"/>
            <a:ext cx="820617" cy="6471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3E2E03B-3EA7-C218-46CE-BDBE1880FCBB}"/>
              </a:ext>
            </a:extLst>
          </p:cNvPr>
          <p:cNvSpPr/>
          <p:nvPr/>
        </p:nvSpPr>
        <p:spPr>
          <a:xfrm>
            <a:off x="4085993" y="242858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B7EFAA78-113B-BA86-CF89-D6D4E102DB50}"/>
              </a:ext>
            </a:extLst>
          </p:cNvPr>
          <p:cNvSpPr/>
          <p:nvPr/>
        </p:nvSpPr>
        <p:spPr>
          <a:xfrm>
            <a:off x="8421125" y="2424128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FCED477E-DC15-3BE5-3B68-F3353CB3C45E}"/>
              </a:ext>
            </a:extLst>
          </p:cNvPr>
          <p:cNvSpPr/>
          <p:nvPr/>
        </p:nvSpPr>
        <p:spPr>
          <a:xfrm>
            <a:off x="9833110" y="240292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571372B-D017-3239-7F39-D2D86F7CC2DF}"/>
              </a:ext>
            </a:extLst>
          </p:cNvPr>
          <p:cNvSpPr/>
          <p:nvPr/>
        </p:nvSpPr>
        <p:spPr>
          <a:xfrm>
            <a:off x="3101242" y="2407551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446AB83-9DEB-ACC7-B5E1-4E7ACC416F16}"/>
              </a:ext>
            </a:extLst>
          </p:cNvPr>
          <p:cNvSpPr/>
          <p:nvPr/>
        </p:nvSpPr>
        <p:spPr>
          <a:xfrm>
            <a:off x="5748568" y="3584958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790495F-471D-EB28-962D-2B6CBDDFD86C}"/>
              </a:ext>
            </a:extLst>
          </p:cNvPr>
          <p:cNvSpPr/>
          <p:nvPr/>
        </p:nvSpPr>
        <p:spPr>
          <a:xfrm>
            <a:off x="6750497" y="360210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BF2A5FA-1665-94FD-462C-A94FCC7BF234}"/>
              </a:ext>
            </a:extLst>
          </p:cNvPr>
          <p:cNvSpPr/>
          <p:nvPr/>
        </p:nvSpPr>
        <p:spPr>
          <a:xfrm>
            <a:off x="14317478" y="3577063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CD80FCF-A431-3107-B825-DAFE5AE4D552}"/>
              </a:ext>
            </a:extLst>
          </p:cNvPr>
          <p:cNvSpPr/>
          <p:nvPr/>
        </p:nvSpPr>
        <p:spPr>
          <a:xfrm>
            <a:off x="5748072" y="479922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D63B7F5-ED02-DB3A-405B-E10C2A4AF471}"/>
              </a:ext>
            </a:extLst>
          </p:cNvPr>
          <p:cNvSpPr/>
          <p:nvPr/>
        </p:nvSpPr>
        <p:spPr>
          <a:xfrm>
            <a:off x="6744831" y="483007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FB98C2C3-4B2B-8693-9BFC-E2720BE4BFBA}"/>
              </a:ext>
            </a:extLst>
          </p:cNvPr>
          <p:cNvSpPr/>
          <p:nvPr/>
        </p:nvSpPr>
        <p:spPr>
          <a:xfrm>
            <a:off x="12099091" y="4827705"/>
            <a:ext cx="58941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1,2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1566A5E-2F98-9C74-48C8-C6FA6CB81A3A}"/>
              </a:ext>
            </a:extLst>
          </p:cNvPr>
          <p:cNvSpPr/>
          <p:nvPr/>
        </p:nvSpPr>
        <p:spPr>
          <a:xfrm>
            <a:off x="13394892" y="482770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58A9AF7-40B0-D17A-0437-0FE4C124F804}"/>
              </a:ext>
            </a:extLst>
          </p:cNvPr>
          <p:cNvSpPr/>
          <p:nvPr/>
        </p:nvSpPr>
        <p:spPr>
          <a:xfrm>
            <a:off x="10846333" y="2386621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919F642-7ABF-5B7F-2CFD-86C1E73447A4}"/>
              </a:ext>
            </a:extLst>
          </p:cNvPr>
          <p:cNvSpPr/>
          <p:nvPr/>
        </p:nvSpPr>
        <p:spPr>
          <a:xfrm>
            <a:off x="17950312" y="2419460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1038A7DF-1135-9C7C-1B07-FC181F1925C1}"/>
              </a:ext>
            </a:extLst>
          </p:cNvPr>
          <p:cNvSpPr/>
          <p:nvPr/>
        </p:nvSpPr>
        <p:spPr>
          <a:xfrm>
            <a:off x="11840283" y="241269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130DCE0-A18D-CE3A-5E8E-DC18A97C462B}"/>
              </a:ext>
            </a:extLst>
          </p:cNvPr>
          <p:cNvSpPr/>
          <p:nvPr/>
        </p:nvSpPr>
        <p:spPr>
          <a:xfrm>
            <a:off x="9759963" y="6073190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CFD56094-8E78-301E-E5D4-784254EAC72A}"/>
              </a:ext>
            </a:extLst>
          </p:cNvPr>
          <p:cNvSpPr/>
          <p:nvPr/>
        </p:nvSpPr>
        <p:spPr>
          <a:xfrm>
            <a:off x="10733410" y="6099421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D362E58-CBE9-6A1F-AFFA-2FCF6015E7C4}"/>
              </a:ext>
            </a:extLst>
          </p:cNvPr>
          <p:cNvSpPr/>
          <p:nvPr/>
        </p:nvSpPr>
        <p:spPr>
          <a:xfrm>
            <a:off x="17025868" y="6071539"/>
            <a:ext cx="58941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3,4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B5B7263-9770-819B-3E3B-0654C1C3AF6A}"/>
              </a:ext>
            </a:extLst>
          </p:cNvPr>
          <p:cNvSpPr/>
          <p:nvPr/>
        </p:nvSpPr>
        <p:spPr>
          <a:xfrm>
            <a:off x="18246419" y="609225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D3E89D-AFF4-B5B8-ED1C-24303A8078B2}"/>
              </a:ext>
            </a:extLst>
          </p:cNvPr>
          <p:cNvSpPr/>
          <p:nvPr/>
        </p:nvSpPr>
        <p:spPr>
          <a:xfrm>
            <a:off x="10733410" y="1623358"/>
            <a:ext cx="2015293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 = 5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644FD9F-C258-FB9F-455C-578FD93F4858}"/>
              </a:ext>
            </a:extLst>
          </p:cNvPr>
          <p:cNvSpPr/>
          <p:nvPr/>
        </p:nvSpPr>
        <p:spPr>
          <a:xfrm>
            <a:off x="6036570" y="2856341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 = 2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01CAC60-9CDB-8273-D8B5-2CDE421E49B0}"/>
              </a:ext>
            </a:extLst>
          </p:cNvPr>
          <p:cNvSpPr/>
          <p:nvPr/>
        </p:nvSpPr>
        <p:spPr>
          <a:xfrm>
            <a:off x="6041906" y="4078219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 = 3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0AC4D82B-178A-06B4-374E-B267C6A30AE7}"/>
              </a:ext>
            </a:extLst>
          </p:cNvPr>
          <p:cNvSpPr/>
          <p:nvPr/>
        </p:nvSpPr>
        <p:spPr>
          <a:xfrm>
            <a:off x="10069187" y="5335194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 = 4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65C92F8D-B411-3DEE-65D8-20BA452C5946}"/>
              </a:ext>
            </a:extLst>
          </p:cNvPr>
          <p:cNvSpPr/>
          <p:nvPr/>
        </p:nvSpPr>
        <p:spPr>
          <a:xfrm>
            <a:off x="3447790" y="1528269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 = 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 = 0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88D1688-46E6-AFCB-58FD-C97AF00956C4}"/>
              </a:ext>
            </a:extLst>
          </p:cNvPr>
          <p:cNvSpPr/>
          <p:nvPr/>
        </p:nvSpPr>
        <p:spPr>
          <a:xfrm>
            <a:off x="11471338" y="3938435"/>
            <a:ext cx="1485050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 += 2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BUSY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57F2E2A-73EC-7683-4CEF-6C5D9D414FE1}"/>
              </a:ext>
            </a:extLst>
          </p:cNvPr>
          <p:cNvSpPr/>
          <p:nvPr/>
        </p:nvSpPr>
        <p:spPr>
          <a:xfrm>
            <a:off x="7689836" y="1527490"/>
            <a:ext cx="1485050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 += 1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BUSY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B0375863-566E-6FC6-DD0A-C50E0C0E45EA}"/>
              </a:ext>
            </a:extLst>
          </p:cNvPr>
          <p:cNvSpPr/>
          <p:nvPr/>
        </p:nvSpPr>
        <p:spPr>
          <a:xfrm>
            <a:off x="4492220" y="1656438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2BCB0A58-FB2B-F911-AA2F-270C6B556E84}"/>
              </a:ext>
            </a:extLst>
          </p:cNvPr>
          <p:cNvSpPr/>
          <p:nvPr/>
        </p:nvSpPr>
        <p:spPr>
          <a:xfrm>
            <a:off x="8229400" y="4053583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79962B4-8F76-AB3D-5387-D7FF8CEAFC7F}"/>
              </a:ext>
            </a:extLst>
          </p:cNvPr>
          <p:cNvSpPr/>
          <p:nvPr/>
        </p:nvSpPr>
        <p:spPr>
          <a:xfrm>
            <a:off x="13113528" y="5316030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EC71C9F5-904A-AE14-1D4D-2BD82C69E3E4}"/>
              </a:ext>
            </a:extLst>
          </p:cNvPr>
          <p:cNvSpPr/>
          <p:nvPr/>
        </p:nvSpPr>
        <p:spPr>
          <a:xfrm>
            <a:off x="16324876" y="5197037"/>
            <a:ext cx="1485050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 += 2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BUSY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ABA736B-BB55-EF31-5C12-38D5C25B5C82}"/>
              </a:ext>
            </a:extLst>
          </p:cNvPr>
          <p:cNvSpPr/>
          <p:nvPr/>
        </p:nvSpPr>
        <p:spPr>
          <a:xfrm>
            <a:off x="18824267" y="3506567"/>
            <a:ext cx="615342" cy="206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7EDBA18-7EDB-F35E-EE52-6E82495FF5C4}"/>
              </a:ext>
            </a:extLst>
          </p:cNvPr>
          <p:cNvSpPr/>
          <p:nvPr/>
        </p:nvSpPr>
        <p:spPr>
          <a:xfrm>
            <a:off x="19469202" y="2613255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E52E0F-B24E-02E4-D25D-C5A5F4F70337}"/>
              </a:ext>
            </a:extLst>
          </p:cNvPr>
          <p:cNvSpPr/>
          <p:nvPr/>
        </p:nvSpPr>
        <p:spPr>
          <a:xfrm>
            <a:off x="18824267" y="2678599"/>
            <a:ext cx="615342" cy="2068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5597A25-01E7-FD2C-9995-19CE52643500}"/>
              </a:ext>
            </a:extLst>
          </p:cNvPr>
          <p:cNvSpPr/>
          <p:nvPr/>
        </p:nvSpPr>
        <p:spPr>
          <a:xfrm>
            <a:off x="19469201" y="3461460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256F260-F589-07D9-B284-744EAE956D7E}"/>
              </a:ext>
            </a:extLst>
          </p:cNvPr>
          <p:cNvCxnSpPr>
            <a:cxnSpLocks/>
          </p:cNvCxnSpPr>
          <p:nvPr/>
        </p:nvCxnSpPr>
        <p:spPr>
          <a:xfrm>
            <a:off x="18824267" y="4007114"/>
            <a:ext cx="644934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F631841-8441-EDF4-9400-484117E3BB85}"/>
              </a:ext>
            </a:extLst>
          </p:cNvPr>
          <p:cNvSpPr/>
          <p:nvPr/>
        </p:nvSpPr>
        <p:spPr>
          <a:xfrm>
            <a:off x="19461472" y="3850768"/>
            <a:ext cx="2403767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 due to Contention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F127AAF-937D-7F5B-820E-D9D1E562E44B}"/>
              </a:ext>
            </a:extLst>
          </p:cNvPr>
          <p:cNvSpPr/>
          <p:nvPr/>
        </p:nvSpPr>
        <p:spPr>
          <a:xfrm>
            <a:off x="2299691" y="5783959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A95055F-DCC2-9490-01F5-BAE66E6EDD68}"/>
              </a:ext>
            </a:extLst>
          </p:cNvPr>
          <p:cNvSpPr/>
          <p:nvPr/>
        </p:nvSpPr>
        <p:spPr>
          <a:xfrm>
            <a:off x="2486630" y="602772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E64BC1A6-1ABA-21AA-F5DB-DB0909531755}"/>
              </a:ext>
            </a:extLst>
          </p:cNvPr>
          <p:cNvCxnSpPr>
            <a:cxnSpLocks/>
            <a:endCxn id="39" idx="1"/>
          </p:cNvCxnSpPr>
          <p:nvPr/>
        </p:nvCxnSpPr>
        <p:spPr>
          <a:xfrm flipV="1">
            <a:off x="2862678" y="3602106"/>
            <a:ext cx="2668001" cy="1956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F3BD34AC-1C4A-70CF-1D6B-056EC1D8FF68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14643022" y="3602103"/>
            <a:ext cx="3473549" cy="2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049292D6-58D7-7B09-3F08-A03D6D55A1AF}"/>
              </a:ext>
            </a:extLst>
          </p:cNvPr>
          <p:cNvCxnSpPr>
            <a:cxnSpLocks/>
          </p:cNvCxnSpPr>
          <p:nvPr/>
        </p:nvCxnSpPr>
        <p:spPr>
          <a:xfrm>
            <a:off x="18816538" y="4421108"/>
            <a:ext cx="644934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89FB1C7F-5B7B-5C55-B82C-915D9DD8C99C}"/>
              </a:ext>
            </a:extLst>
          </p:cNvPr>
          <p:cNvSpPr/>
          <p:nvPr/>
        </p:nvSpPr>
        <p:spPr>
          <a:xfrm>
            <a:off x="19461472" y="4264096"/>
            <a:ext cx="2403767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112705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DFE2-C9AC-CCAA-5056-AEDF7D0A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325F698-6258-B2B1-CD57-7CA151DA34D0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2813691" y="3602106"/>
            <a:ext cx="7470730" cy="16946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9A8A3F6A-771E-68E2-78CD-CE7BE1139444}"/>
              </a:ext>
            </a:extLst>
          </p:cNvPr>
          <p:cNvCxnSpPr>
            <a:cxnSpLocks/>
            <a:endCxn id="84" idx="1"/>
          </p:cNvCxnSpPr>
          <p:nvPr/>
        </p:nvCxnSpPr>
        <p:spPr>
          <a:xfrm>
            <a:off x="2898924" y="5774490"/>
            <a:ext cx="7316425" cy="13024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509F3997-553E-AA32-BCBB-C691F60C936C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404815" y="2419463"/>
            <a:ext cx="14711756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D0C08983-C2C0-F228-AF8D-51F567CA8136}"/>
              </a:ext>
            </a:extLst>
          </p:cNvPr>
          <p:cNvCxnSpPr>
            <a:cxnSpLocks/>
          </p:cNvCxnSpPr>
          <p:nvPr/>
        </p:nvCxnSpPr>
        <p:spPr>
          <a:xfrm>
            <a:off x="10270213" y="5787514"/>
            <a:ext cx="7985787" cy="7162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4729C731-FA52-9795-DDC8-4DC0A667021D}"/>
              </a:ext>
            </a:extLst>
          </p:cNvPr>
          <p:cNvCxnSpPr>
            <a:cxnSpLocks/>
          </p:cNvCxnSpPr>
          <p:nvPr/>
        </p:nvCxnSpPr>
        <p:spPr>
          <a:xfrm flipV="1">
            <a:off x="2853013" y="4678862"/>
            <a:ext cx="15402987" cy="8056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EB07FC6-4218-7F9C-FB06-90ACF4581FFF}"/>
              </a:ext>
            </a:extLst>
          </p:cNvPr>
          <p:cNvSpPr/>
          <p:nvPr/>
        </p:nvSpPr>
        <p:spPr>
          <a:xfrm>
            <a:off x="2898924" y="2095907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58FAA4-C66D-B171-E215-DEA6FCADB70F}"/>
              </a:ext>
            </a:extLst>
          </p:cNvPr>
          <p:cNvSpPr/>
          <p:nvPr/>
        </p:nvSpPr>
        <p:spPr>
          <a:xfrm>
            <a:off x="3546767" y="2095907"/>
            <a:ext cx="872604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45AB19-08D1-CA45-97A1-4EF3CDEA7D20}"/>
              </a:ext>
            </a:extLst>
          </p:cNvPr>
          <p:cNvSpPr/>
          <p:nvPr/>
        </p:nvSpPr>
        <p:spPr>
          <a:xfrm>
            <a:off x="5530679" y="2095906"/>
            <a:ext cx="2678016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B691CE-B844-0CFD-A200-14C15E3026E2}"/>
              </a:ext>
            </a:extLst>
          </p:cNvPr>
          <p:cNvSpPr/>
          <p:nvPr/>
        </p:nvSpPr>
        <p:spPr>
          <a:xfrm>
            <a:off x="8328241" y="2095906"/>
            <a:ext cx="899591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Free  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80196E-8BC5-EECB-75DA-99B390A702E3}"/>
              </a:ext>
            </a:extLst>
          </p:cNvPr>
          <p:cNvSpPr/>
          <p:nvPr/>
        </p:nvSpPr>
        <p:spPr>
          <a:xfrm>
            <a:off x="9388046" y="2095905"/>
            <a:ext cx="820617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92D892-3592-A798-70FF-FE51889763B3}"/>
              </a:ext>
            </a:extLst>
          </p:cNvPr>
          <p:cNvSpPr/>
          <p:nvPr/>
        </p:nvSpPr>
        <p:spPr>
          <a:xfrm>
            <a:off x="18824267" y="3091662"/>
            <a:ext cx="615342" cy="206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D86A25F-CA6C-A66B-691B-6097E1938590}"/>
              </a:ext>
            </a:extLst>
          </p:cNvPr>
          <p:cNvSpPr/>
          <p:nvPr/>
        </p:nvSpPr>
        <p:spPr>
          <a:xfrm>
            <a:off x="19461472" y="3066854"/>
            <a:ext cx="253951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 + IOMMU HW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5154EE6-BAC4-760F-38E3-84F8C3FB7AC9}"/>
              </a:ext>
            </a:extLst>
          </p:cNvPr>
          <p:cNvSpPr/>
          <p:nvPr/>
        </p:nvSpPr>
        <p:spPr>
          <a:xfrm>
            <a:off x="2319740" y="2104539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000632A-6D7B-6B44-A62E-178D9E4B82EF}"/>
              </a:ext>
            </a:extLst>
          </p:cNvPr>
          <p:cNvSpPr/>
          <p:nvPr/>
        </p:nvSpPr>
        <p:spPr>
          <a:xfrm>
            <a:off x="2506679" y="234830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F5634A8-EA45-CB99-9919-896BDEAEFBE8}"/>
              </a:ext>
            </a:extLst>
          </p:cNvPr>
          <p:cNvSpPr/>
          <p:nvPr/>
        </p:nvSpPr>
        <p:spPr>
          <a:xfrm>
            <a:off x="2299691" y="3298519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090342B-EE82-22F7-2C77-DE591C22BD75}"/>
              </a:ext>
            </a:extLst>
          </p:cNvPr>
          <p:cNvSpPr/>
          <p:nvPr/>
        </p:nvSpPr>
        <p:spPr>
          <a:xfrm>
            <a:off x="2486630" y="354228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B14ECF6-3CED-4CD5-F059-1B9344C8A2B5}"/>
              </a:ext>
            </a:extLst>
          </p:cNvPr>
          <p:cNvSpPr/>
          <p:nvPr/>
        </p:nvSpPr>
        <p:spPr>
          <a:xfrm>
            <a:off x="2321345" y="4401448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8830D27-A9DA-C550-B789-8FE07381B31B}"/>
              </a:ext>
            </a:extLst>
          </p:cNvPr>
          <p:cNvSpPr/>
          <p:nvPr/>
        </p:nvSpPr>
        <p:spPr>
          <a:xfrm>
            <a:off x="2508284" y="464521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318C4FD-14A0-BB96-7F9C-2D8A40668984}"/>
              </a:ext>
            </a:extLst>
          </p:cNvPr>
          <p:cNvSpPr/>
          <p:nvPr/>
        </p:nvSpPr>
        <p:spPr>
          <a:xfrm>
            <a:off x="18654078" y="2348306"/>
            <a:ext cx="3377909" cy="291753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2757D-AF73-3D23-B65B-CE5A2F763E77}"/>
              </a:ext>
            </a:extLst>
          </p:cNvPr>
          <p:cNvSpPr/>
          <p:nvPr/>
        </p:nvSpPr>
        <p:spPr>
          <a:xfrm>
            <a:off x="4583660" y="2095905"/>
            <a:ext cx="78853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b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497525E-9CB7-A6FF-5299-FAE9626E773C}"/>
              </a:ext>
            </a:extLst>
          </p:cNvPr>
          <p:cNvSpPr/>
          <p:nvPr/>
        </p:nvSpPr>
        <p:spPr>
          <a:xfrm>
            <a:off x="5530679" y="3278550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BE5505-80C4-1DF0-2C88-426F0EDD1357}"/>
              </a:ext>
            </a:extLst>
          </p:cNvPr>
          <p:cNvSpPr/>
          <p:nvPr/>
        </p:nvSpPr>
        <p:spPr>
          <a:xfrm>
            <a:off x="6207726" y="3278550"/>
            <a:ext cx="843163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D09EDB9-55D2-C394-25ED-94F94EA168F8}"/>
              </a:ext>
            </a:extLst>
          </p:cNvPr>
          <p:cNvSpPr/>
          <p:nvPr/>
        </p:nvSpPr>
        <p:spPr>
          <a:xfrm>
            <a:off x="5544637" y="4392642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DB85C15-A7DF-2096-3DF8-186A5E2CAABF}"/>
              </a:ext>
            </a:extLst>
          </p:cNvPr>
          <p:cNvSpPr/>
          <p:nvPr/>
        </p:nvSpPr>
        <p:spPr>
          <a:xfrm>
            <a:off x="6221684" y="4392642"/>
            <a:ext cx="82920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07D8BF6-363C-910C-CAB4-FEB59D41A7A2}"/>
              </a:ext>
            </a:extLst>
          </p:cNvPr>
          <p:cNvSpPr/>
          <p:nvPr/>
        </p:nvSpPr>
        <p:spPr>
          <a:xfrm>
            <a:off x="9239563" y="5478411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6EF36A0-98A2-CF51-04A5-14563CB363DE}"/>
              </a:ext>
            </a:extLst>
          </p:cNvPr>
          <p:cNvSpPr/>
          <p:nvPr/>
        </p:nvSpPr>
        <p:spPr>
          <a:xfrm>
            <a:off x="10215349" y="5463958"/>
            <a:ext cx="827153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C8D2BF8-53E7-6BE7-4F81-35E07711592F}"/>
              </a:ext>
            </a:extLst>
          </p:cNvPr>
          <p:cNvSpPr/>
          <p:nvPr/>
        </p:nvSpPr>
        <p:spPr>
          <a:xfrm>
            <a:off x="12879124" y="5478410"/>
            <a:ext cx="2413824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327361B-5A6F-338C-3217-449D6F148D15}"/>
              </a:ext>
            </a:extLst>
          </p:cNvPr>
          <p:cNvSpPr/>
          <p:nvPr/>
        </p:nvSpPr>
        <p:spPr>
          <a:xfrm>
            <a:off x="15417825" y="5478410"/>
            <a:ext cx="1143422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Free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IOVA    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B76C0EA-3D37-9EB7-993A-457659708B47}"/>
              </a:ext>
            </a:extLst>
          </p:cNvPr>
          <p:cNvSpPr/>
          <p:nvPr/>
        </p:nvSpPr>
        <p:spPr>
          <a:xfrm>
            <a:off x="11181147" y="5449370"/>
            <a:ext cx="1552422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b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[1,2,3,4,5,6]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39F1ADD-4C37-8200-9610-379D94E437B6}"/>
              </a:ext>
            </a:extLst>
          </p:cNvPr>
          <p:cNvSpPr/>
          <p:nvPr/>
        </p:nvSpPr>
        <p:spPr>
          <a:xfrm>
            <a:off x="17026249" y="5478408"/>
            <a:ext cx="820617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83212F-FE69-860A-289B-98E2366D795E}"/>
              </a:ext>
            </a:extLst>
          </p:cNvPr>
          <p:cNvSpPr/>
          <p:nvPr/>
        </p:nvSpPr>
        <p:spPr>
          <a:xfrm>
            <a:off x="4085993" y="242858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A94F34B-B370-5A18-7804-FD0C4EFABB6D}"/>
              </a:ext>
            </a:extLst>
          </p:cNvPr>
          <p:cNvSpPr/>
          <p:nvPr/>
        </p:nvSpPr>
        <p:spPr>
          <a:xfrm>
            <a:off x="8930793" y="2424128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F9C3BA2-BB24-AC08-8618-75D029C8658D}"/>
              </a:ext>
            </a:extLst>
          </p:cNvPr>
          <p:cNvSpPr/>
          <p:nvPr/>
        </p:nvSpPr>
        <p:spPr>
          <a:xfrm>
            <a:off x="9875851" y="240292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CE56623-AB9A-E48B-AB2D-4B9FA8E72F20}"/>
              </a:ext>
            </a:extLst>
          </p:cNvPr>
          <p:cNvSpPr/>
          <p:nvPr/>
        </p:nvSpPr>
        <p:spPr>
          <a:xfrm>
            <a:off x="3101242" y="2407551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813406C-A11A-7388-0C27-4AFCE0C65560}"/>
              </a:ext>
            </a:extLst>
          </p:cNvPr>
          <p:cNvSpPr/>
          <p:nvPr/>
        </p:nvSpPr>
        <p:spPr>
          <a:xfrm>
            <a:off x="5748568" y="3584958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5CD0264-48F0-BFFB-4791-B27BD5AFD383}"/>
              </a:ext>
            </a:extLst>
          </p:cNvPr>
          <p:cNvSpPr/>
          <p:nvPr/>
        </p:nvSpPr>
        <p:spPr>
          <a:xfrm>
            <a:off x="6750497" y="360210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8A49A20-6E29-9B6D-F0EA-4B22A37C566E}"/>
              </a:ext>
            </a:extLst>
          </p:cNvPr>
          <p:cNvSpPr/>
          <p:nvPr/>
        </p:nvSpPr>
        <p:spPr>
          <a:xfrm>
            <a:off x="5748072" y="468771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EE06560-40DC-8BC3-6578-532ED20407DD}"/>
              </a:ext>
            </a:extLst>
          </p:cNvPr>
          <p:cNvSpPr/>
          <p:nvPr/>
        </p:nvSpPr>
        <p:spPr>
          <a:xfrm>
            <a:off x="6744831" y="471856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EC56B46-607A-9E2E-CB19-CBCE93F41ED9}"/>
              </a:ext>
            </a:extLst>
          </p:cNvPr>
          <p:cNvSpPr/>
          <p:nvPr/>
        </p:nvSpPr>
        <p:spPr>
          <a:xfrm>
            <a:off x="9431265" y="5782898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3602D29-3E00-313C-1E70-EB1F2E548528}"/>
              </a:ext>
            </a:extLst>
          </p:cNvPr>
          <p:cNvSpPr/>
          <p:nvPr/>
        </p:nvSpPr>
        <p:spPr>
          <a:xfrm>
            <a:off x="10742069" y="579467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6E08DEC-DD83-6696-596F-7FB0C692EC7B}"/>
              </a:ext>
            </a:extLst>
          </p:cNvPr>
          <p:cNvSpPr/>
          <p:nvPr/>
        </p:nvSpPr>
        <p:spPr>
          <a:xfrm>
            <a:off x="16022062" y="5781247"/>
            <a:ext cx="589419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1-6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A1C94F67-493A-1AF7-0C65-101EDCF5EE49}"/>
              </a:ext>
            </a:extLst>
          </p:cNvPr>
          <p:cNvSpPr/>
          <p:nvPr/>
        </p:nvSpPr>
        <p:spPr>
          <a:xfrm>
            <a:off x="17511826" y="580196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D2574312-00DB-147D-F50B-02DAC6D41EE2}"/>
              </a:ext>
            </a:extLst>
          </p:cNvPr>
          <p:cNvSpPr/>
          <p:nvPr/>
        </p:nvSpPr>
        <p:spPr>
          <a:xfrm>
            <a:off x="8246473" y="1665403"/>
            <a:ext cx="1485050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BUSY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29F3C9B-039E-7F58-3992-26E9093E4E71}"/>
              </a:ext>
            </a:extLst>
          </p:cNvPr>
          <p:cNvSpPr/>
          <p:nvPr/>
        </p:nvSpPr>
        <p:spPr>
          <a:xfrm>
            <a:off x="4501816" y="1672572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507F1091-B48F-9FE1-2C8C-D4BC17032CE5}"/>
              </a:ext>
            </a:extLst>
          </p:cNvPr>
          <p:cNvSpPr/>
          <p:nvPr/>
        </p:nvSpPr>
        <p:spPr>
          <a:xfrm>
            <a:off x="11098571" y="4996699"/>
            <a:ext cx="1203254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BC9DD2E-DA9B-65A6-63FA-494C6A5094CD}"/>
              </a:ext>
            </a:extLst>
          </p:cNvPr>
          <p:cNvSpPr/>
          <p:nvPr/>
        </p:nvSpPr>
        <p:spPr>
          <a:xfrm>
            <a:off x="15329682" y="5020521"/>
            <a:ext cx="1485050" cy="4210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Unset BUSY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25D9187-8CC4-8DFC-14FB-DB2957AA8A4E}"/>
              </a:ext>
            </a:extLst>
          </p:cNvPr>
          <p:cNvSpPr/>
          <p:nvPr/>
        </p:nvSpPr>
        <p:spPr>
          <a:xfrm>
            <a:off x="18824267" y="3506567"/>
            <a:ext cx="615342" cy="2068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6DCE0A6-641F-3E21-8E43-9ED0E3C8A8F9}"/>
              </a:ext>
            </a:extLst>
          </p:cNvPr>
          <p:cNvSpPr/>
          <p:nvPr/>
        </p:nvSpPr>
        <p:spPr>
          <a:xfrm>
            <a:off x="19469202" y="2613255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87D2F79-3D44-5B06-B602-BB3ADABDE254}"/>
              </a:ext>
            </a:extLst>
          </p:cNvPr>
          <p:cNvSpPr/>
          <p:nvPr/>
        </p:nvSpPr>
        <p:spPr>
          <a:xfrm>
            <a:off x="18824267" y="2678599"/>
            <a:ext cx="615342" cy="2068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1224F4C5-6C74-F4ED-463F-2F92D4198ACB}"/>
              </a:ext>
            </a:extLst>
          </p:cNvPr>
          <p:cNvSpPr/>
          <p:nvPr/>
        </p:nvSpPr>
        <p:spPr>
          <a:xfrm>
            <a:off x="19469201" y="3461460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E0E6D758-8C3D-0FD7-EFCE-8E9927057219}"/>
              </a:ext>
            </a:extLst>
          </p:cNvPr>
          <p:cNvCxnSpPr>
            <a:cxnSpLocks/>
          </p:cNvCxnSpPr>
          <p:nvPr/>
        </p:nvCxnSpPr>
        <p:spPr>
          <a:xfrm>
            <a:off x="18824267" y="4057914"/>
            <a:ext cx="644934" cy="0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CC1580A-C4A8-5E6D-0209-04FAE0564DD4}"/>
              </a:ext>
            </a:extLst>
          </p:cNvPr>
          <p:cNvSpPr/>
          <p:nvPr/>
        </p:nvSpPr>
        <p:spPr>
          <a:xfrm>
            <a:off x="19461472" y="3901568"/>
            <a:ext cx="2403767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 due to Contention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B4F0C0B6-9C7D-D82B-AFA8-3564317FCB13}"/>
              </a:ext>
            </a:extLst>
          </p:cNvPr>
          <p:cNvSpPr/>
          <p:nvPr/>
        </p:nvSpPr>
        <p:spPr>
          <a:xfrm>
            <a:off x="2299691" y="5493667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10D218F-5A45-A576-4C3C-23A052CF1FC3}"/>
              </a:ext>
            </a:extLst>
          </p:cNvPr>
          <p:cNvSpPr/>
          <p:nvPr/>
        </p:nvSpPr>
        <p:spPr>
          <a:xfrm>
            <a:off x="2486630" y="573743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1A704D18-D0FC-6FE7-84A7-4A78CFA10AFA}"/>
              </a:ext>
            </a:extLst>
          </p:cNvPr>
          <p:cNvCxnSpPr>
            <a:cxnSpLocks/>
          </p:cNvCxnSpPr>
          <p:nvPr/>
        </p:nvCxnSpPr>
        <p:spPr>
          <a:xfrm flipV="1">
            <a:off x="14594035" y="3617093"/>
            <a:ext cx="3473549" cy="2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4C2158C-AD62-B64E-6E22-9E78DDA05623}"/>
              </a:ext>
            </a:extLst>
          </p:cNvPr>
          <p:cNvCxnSpPr>
            <a:cxnSpLocks/>
          </p:cNvCxnSpPr>
          <p:nvPr/>
        </p:nvCxnSpPr>
        <p:spPr>
          <a:xfrm>
            <a:off x="18816538" y="4421108"/>
            <a:ext cx="644934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165">
            <a:extLst>
              <a:ext uri="{FF2B5EF4-FFF2-40B4-BE49-F238E27FC236}">
                <a16:creationId xmlns:a16="http://schemas.microsoft.com/office/drawing/2014/main" id="{680C4458-B289-B3DE-8651-D8B36A5AD8FF}"/>
              </a:ext>
            </a:extLst>
          </p:cNvPr>
          <p:cNvSpPr/>
          <p:nvPr/>
        </p:nvSpPr>
        <p:spPr>
          <a:xfrm>
            <a:off x="19461472" y="4264096"/>
            <a:ext cx="2403767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Coordination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89BBDD-76F5-0F32-5FCC-92EF196E9C47}"/>
              </a:ext>
            </a:extLst>
          </p:cNvPr>
          <p:cNvSpPr/>
          <p:nvPr/>
        </p:nvSpPr>
        <p:spPr>
          <a:xfrm>
            <a:off x="7489869" y="4379661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168B35-BFEA-BC6F-D81F-B6DA7225F63D}"/>
              </a:ext>
            </a:extLst>
          </p:cNvPr>
          <p:cNvSpPr/>
          <p:nvPr/>
        </p:nvSpPr>
        <p:spPr>
          <a:xfrm>
            <a:off x="8166916" y="4379661"/>
            <a:ext cx="82920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B46B19-7B73-EB14-BECC-A02DA95E7E03}"/>
              </a:ext>
            </a:extLst>
          </p:cNvPr>
          <p:cNvSpPr/>
          <p:nvPr/>
        </p:nvSpPr>
        <p:spPr>
          <a:xfrm>
            <a:off x="7693304" y="4674738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A48D37-E6D9-B85B-354D-6F22BF2E80B6}"/>
              </a:ext>
            </a:extLst>
          </p:cNvPr>
          <p:cNvSpPr/>
          <p:nvPr/>
        </p:nvSpPr>
        <p:spPr>
          <a:xfrm>
            <a:off x="8690063" y="4705583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55DF77-D0C2-B76C-6734-784199A9C26B}"/>
              </a:ext>
            </a:extLst>
          </p:cNvPr>
          <p:cNvSpPr/>
          <p:nvPr/>
        </p:nvSpPr>
        <p:spPr>
          <a:xfrm>
            <a:off x="7734494" y="3278550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BC7915-1FB4-7D67-02F2-E891F76140F4}"/>
              </a:ext>
            </a:extLst>
          </p:cNvPr>
          <p:cNvSpPr/>
          <p:nvPr/>
        </p:nvSpPr>
        <p:spPr>
          <a:xfrm>
            <a:off x="8411541" y="3278550"/>
            <a:ext cx="82920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2306FAC-04CD-4056-CAB9-5FB3CBA087A1}"/>
              </a:ext>
            </a:extLst>
          </p:cNvPr>
          <p:cNvSpPr/>
          <p:nvPr/>
        </p:nvSpPr>
        <p:spPr>
          <a:xfrm>
            <a:off x="7937929" y="357362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DB7099-05CA-D646-C0F2-E801BFCCB0DF}"/>
              </a:ext>
            </a:extLst>
          </p:cNvPr>
          <p:cNvSpPr/>
          <p:nvPr/>
        </p:nvSpPr>
        <p:spPr>
          <a:xfrm>
            <a:off x="8934688" y="360447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CB1C42-BCF2-4B4E-27CB-81C85203EAEF}"/>
              </a:ext>
            </a:extLst>
          </p:cNvPr>
          <p:cNvSpPr/>
          <p:nvPr/>
        </p:nvSpPr>
        <p:spPr>
          <a:xfrm>
            <a:off x="9656361" y="3278550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229E85-73C6-544C-38CE-78AF314CABB3}"/>
              </a:ext>
            </a:extLst>
          </p:cNvPr>
          <p:cNvSpPr/>
          <p:nvPr/>
        </p:nvSpPr>
        <p:spPr>
          <a:xfrm>
            <a:off x="10284421" y="3278550"/>
            <a:ext cx="82920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EF3E2B-F1DB-384E-7AAC-41FC87B97304}"/>
              </a:ext>
            </a:extLst>
          </p:cNvPr>
          <p:cNvSpPr/>
          <p:nvPr/>
        </p:nvSpPr>
        <p:spPr>
          <a:xfrm>
            <a:off x="9859796" y="357362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C622A0-7508-9CB8-D517-4378887E684A}"/>
              </a:ext>
            </a:extLst>
          </p:cNvPr>
          <p:cNvSpPr/>
          <p:nvPr/>
        </p:nvSpPr>
        <p:spPr>
          <a:xfrm>
            <a:off x="10807568" y="360447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B175461-075D-0C25-AEEE-62D0595F9AEC}"/>
              </a:ext>
            </a:extLst>
          </p:cNvPr>
          <p:cNvSpPr/>
          <p:nvPr/>
        </p:nvSpPr>
        <p:spPr>
          <a:xfrm>
            <a:off x="17042805" y="4392642"/>
            <a:ext cx="1044411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A81C57D-B0A4-D979-AC78-333596AD3163}"/>
              </a:ext>
            </a:extLst>
          </p:cNvPr>
          <p:cNvSpPr/>
          <p:nvPr/>
        </p:nvSpPr>
        <p:spPr>
          <a:xfrm>
            <a:off x="17532320" y="4693311"/>
            <a:ext cx="63031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2,3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8B8DDD-2D3F-3F97-9315-3DDB4D71C2E9}"/>
              </a:ext>
            </a:extLst>
          </p:cNvPr>
          <p:cNvSpPr/>
          <p:nvPr/>
        </p:nvSpPr>
        <p:spPr>
          <a:xfrm>
            <a:off x="17042804" y="3278550"/>
            <a:ext cx="1312379" cy="6471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Free 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PFN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9264BE0-614B-A216-3C2E-DB8A9C6B6F71}"/>
              </a:ext>
            </a:extLst>
          </p:cNvPr>
          <p:cNvSpPr/>
          <p:nvPr/>
        </p:nvSpPr>
        <p:spPr>
          <a:xfrm>
            <a:off x="17517949" y="3597507"/>
            <a:ext cx="893021" cy="2939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1,4,6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452B4BA-67F3-C6E3-A55E-822A4DBB83E5}"/>
              </a:ext>
            </a:extLst>
          </p:cNvPr>
          <p:cNvSpPr/>
          <p:nvPr/>
        </p:nvSpPr>
        <p:spPr>
          <a:xfrm>
            <a:off x="14658098" y="3295735"/>
            <a:ext cx="5058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2AF84B7-0E1A-D91D-35EC-E213C617A7D0}"/>
              </a:ext>
            </a:extLst>
          </p:cNvPr>
          <p:cNvSpPr/>
          <p:nvPr/>
        </p:nvSpPr>
        <p:spPr>
          <a:xfrm>
            <a:off x="15335145" y="3295735"/>
            <a:ext cx="829205" cy="6471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6DA87E9-8256-A3D5-C9E8-345C08BB9332}"/>
              </a:ext>
            </a:extLst>
          </p:cNvPr>
          <p:cNvSpPr/>
          <p:nvPr/>
        </p:nvSpPr>
        <p:spPr>
          <a:xfrm>
            <a:off x="14861533" y="359081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0150564-7F23-3918-2223-C8617AF02E59}"/>
              </a:ext>
            </a:extLst>
          </p:cNvPr>
          <p:cNvSpPr/>
          <p:nvPr/>
        </p:nvSpPr>
        <p:spPr>
          <a:xfrm>
            <a:off x="15858292" y="362165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3C3B22B-2C0C-C600-719A-E7D1F2CE6CD7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11113626" y="3602106"/>
            <a:ext cx="3544472" cy="17185"/>
          </a:xfrm>
          <a:prstGeom prst="straightConnector1">
            <a:avLst/>
          </a:prstGeom>
          <a:ln w="28575">
            <a:solidFill>
              <a:schemeClr val="tx1"/>
            </a:solidFill>
            <a:prstDash val="sysDot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92FED45E-5041-4C35-26FB-162A6E5ED142}"/>
              </a:ext>
            </a:extLst>
          </p:cNvPr>
          <p:cNvSpPr/>
          <p:nvPr/>
        </p:nvSpPr>
        <p:spPr>
          <a:xfrm>
            <a:off x="11080998" y="3070502"/>
            <a:ext cx="1309744" cy="369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Contend to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BUSY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A4C18F2-1571-0D3E-5E84-936CEE43A287}"/>
              </a:ext>
            </a:extLst>
          </p:cNvPr>
          <p:cNvSpPr/>
          <p:nvPr/>
        </p:nvSpPr>
        <p:spPr>
          <a:xfrm>
            <a:off x="12185219" y="3061964"/>
            <a:ext cx="1309744" cy="369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Become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Follower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C553DF6-9BF6-6998-50CE-52D9BF5AD1CD}"/>
              </a:ext>
            </a:extLst>
          </p:cNvPr>
          <p:cNvSpPr/>
          <p:nvPr/>
        </p:nvSpPr>
        <p:spPr>
          <a:xfrm>
            <a:off x="13233481" y="3066854"/>
            <a:ext cx="1309744" cy="369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Packets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41D0843A-BA76-0902-CA4E-F33B21B7BB48}"/>
              </a:ext>
            </a:extLst>
          </p:cNvPr>
          <p:cNvCxnSpPr>
            <a:cxnSpLocks/>
            <a:stCxn id="86" idx="3"/>
            <a:endCxn id="44" idx="1"/>
          </p:cNvCxnSpPr>
          <p:nvPr/>
        </p:nvCxnSpPr>
        <p:spPr>
          <a:xfrm flipV="1">
            <a:off x="16561247" y="4716199"/>
            <a:ext cx="481558" cy="1085768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3FD1E330-767C-6297-8A4B-88F73EC03F29}"/>
              </a:ext>
            </a:extLst>
          </p:cNvPr>
          <p:cNvCxnSpPr>
            <a:cxnSpLocks/>
            <a:stCxn id="86" idx="3"/>
            <a:endCxn id="46" idx="1"/>
          </p:cNvCxnSpPr>
          <p:nvPr/>
        </p:nvCxnSpPr>
        <p:spPr>
          <a:xfrm flipV="1">
            <a:off x="16561247" y="3602107"/>
            <a:ext cx="481557" cy="219986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E127105-8BAF-196D-41AD-5AD10CDFF090}"/>
              </a:ext>
            </a:extLst>
          </p:cNvPr>
          <p:cNvCxnSpPr>
            <a:cxnSpLocks/>
          </p:cNvCxnSpPr>
          <p:nvPr/>
        </p:nvCxnSpPr>
        <p:spPr>
          <a:xfrm>
            <a:off x="18824267" y="4827708"/>
            <a:ext cx="644934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7708E4F-F2E3-8702-FE06-2D866F47B243}"/>
              </a:ext>
            </a:extLst>
          </p:cNvPr>
          <p:cNvSpPr/>
          <p:nvPr/>
        </p:nvSpPr>
        <p:spPr>
          <a:xfrm>
            <a:off x="19461472" y="4656286"/>
            <a:ext cx="2403767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267932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</TotalTime>
  <Words>353</Words>
  <Application>Microsoft Macintosh PowerPoint</Application>
  <PresentationFormat>Custom</PresentationFormat>
  <Paragraphs>181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Tianyin</dc:creator>
  <cp:lastModifiedBy>Xu, Tianyin</cp:lastModifiedBy>
  <cp:revision>6</cp:revision>
  <dcterms:created xsi:type="dcterms:W3CDTF">2026-03-28T22:09:05Z</dcterms:created>
  <dcterms:modified xsi:type="dcterms:W3CDTF">2026-03-29T05:44:20Z</dcterms:modified>
</cp:coreProperties>
</file>