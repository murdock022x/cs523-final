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92"/>
    <p:restoredTop sz="94694"/>
  </p:normalViewPr>
  <p:slideViewPr>
    <p:cSldViewPr snapToGrid="0">
      <p:cViewPr>
        <p:scale>
          <a:sx n="95" d="100"/>
          <a:sy n="95" d="100"/>
        </p:scale>
        <p:origin x="14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73D2-A986-FBA5-C56B-6EDD6BDAB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78E31-7BF3-CACF-027E-F2BA11C73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7F221-7149-34A5-4DFC-DC88E947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A02E7-7D1C-6039-C235-B413D266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6964C-BCCE-F92B-2FFA-F058523A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34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1B6B-A5C0-C593-21C7-360540F5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B209E-D930-08FC-EE7E-3DE67FE6D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7272-2DB4-7A52-AAF7-816350A6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4160C-F282-C425-861B-49A4211A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0E6FD-208C-2366-8387-B0799326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212D-1D79-835C-A4D1-14FED366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08963-D2B2-4226-6A23-D613F1742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96B84-5AF5-C366-A4DC-156DF1509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FAE92-EBFD-4884-5748-EBE0F749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7926F-D169-F31A-B9D7-10E69C6B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8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C422-DA22-C779-1E93-60322D71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B9641-C159-4BBB-EFA6-C953459AE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ADE52-D0A7-8A8A-29D1-FD3054DD7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D6008-1F91-DBCA-5179-099CFD05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88D53-C3E9-5DB0-BB10-DE9F9F97C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90747-8DCD-4740-2FFA-D268285C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396B-2FCC-8730-0EC8-20999768A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F528-1DEE-065D-8F8D-5166567AA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B7613-D88C-7402-D315-5D1FAAA5F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33086-ED9C-2012-B730-07A6BA366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D5E2D-8E69-A537-2C10-A88E29ABD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644C2-F6EF-009F-6857-8EC456A8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259BC-5DA8-9A53-8DEF-A4F1EC203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DFB07-DFAD-74BE-50F8-654E3747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5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B0AC-0911-6F2A-C7E9-7D37B954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55FD7-EA21-A6F3-B7AC-1FA39891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2ED1C-E6BA-C965-2318-E037401E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EBBB8-A079-A24E-E494-77B4AD08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4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8A32A-2711-EE43-A195-ABCFFE62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A4169-B5AA-6891-DD32-41AD50FC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5FA6E-CEF2-542D-E20A-BF85DB68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06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0D58-B948-3420-6296-982661E3D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43810-12BF-1218-8223-BBAC8978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682D7-92AF-1EA4-86B6-10B1B3F75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328E1-62F9-EAFF-F00F-23DECDF7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49FE-DDCF-ADC7-7F59-E8364455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764B7-E56A-0DF4-3C4C-802B71AE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97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E801-874B-0612-CEB1-2FDCFC292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9AF63B-9A0E-7168-4442-645DB2A07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90C0F-DA85-15CA-9C75-937C4A4BE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F0D9E-C3CB-9F0E-98FB-B646746D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C382E-2061-588B-6461-FFEC6C76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21B65-B84F-C1C5-55B3-B2D67196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9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5706-20EA-76C9-88B6-6658A6A1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A671B-C30C-3891-C1DA-C6A4BB453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1F00-FF1C-EDDF-BBBD-C80BBF1F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EF9AA-B7EA-13D2-9F18-BD550578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9BF68-B6BA-676D-4A01-15367553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4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7C2DA-68AF-E210-3DFB-D5670D2AF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EF41C-32D2-6D6B-BDDB-6C2A06EEA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06E06-6B62-1541-49A6-33F794A0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72100-BD88-7BE6-0AC9-01AC04D2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0ADF0-CD30-AB50-C93D-FEB76B4C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5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AA6B7-0BEC-4079-82F9-3BBA44B76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7C7C1-FF78-069E-8666-174B2F77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4FCAF-4B52-81DA-6BA2-02F4DC5AD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7B69F-82DB-864A-A38D-E9DE81B8C7C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045C1-8DA5-4DEE-52AF-703D64AF0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8E376-8179-FA60-D0E3-C383A5F74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814A1-5744-5244-8D6E-D1CA5EA0C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5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B17FB0A9-69FA-664B-AFD3-4E95E8AA1262}"/>
              </a:ext>
            </a:extLst>
          </p:cNvPr>
          <p:cNvSpPr/>
          <p:nvPr/>
        </p:nvSpPr>
        <p:spPr>
          <a:xfrm>
            <a:off x="3510575" y="706661"/>
            <a:ext cx="5167729" cy="4112040"/>
          </a:xfrm>
          <a:prstGeom prst="roundRect">
            <a:avLst>
              <a:gd name="adj" fmla="val 76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F941C4-5459-F829-8097-D3CA07687742}"/>
              </a:ext>
            </a:extLst>
          </p:cNvPr>
          <p:cNvCxnSpPr>
            <a:stCxn id="7" idx="3"/>
            <a:endCxn id="12" idx="1"/>
          </p:cNvCxnSpPr>
          <p:nvPr/>
        </p:nvCxnSpPr>
        <p:spPr>
          <a:xfrm flipV="1">
            <a:off x="2942101" y="2512207"/>
            <a:ext cx="1250460" cy="419323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ACD3178-7DE7-54DA-E023-AFCDB4305CBA}"/>
              </a:ext>
            </a:extLst>
          </p:cNvPr>
          <p:cNvSpPr/>
          <p:nvPr/>
        </p:nvSpPr>
        <p:spPr>
          <a:xfrm>
            <a:off x="687540" y="808543"/>
            <a:ext cx="2388313" cy="2557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81CC8-EC7C-A6E8-69DE-B7A11C292BF9}"/>
              </a:ext>
            </a:extLst>
          </p:cNvPr>
          <p:cNvSpPr/>
          <p:nvPr/>
        </p:nvSpPr>
        <p:spPr>
          <a:xfrm>
            <a:off x="867117" y="1230924"/>
            <a:ext cx="2056792" cy="9612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 Subsystem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BEFBA-3EDF-DAD7-F1B5-F027BF0442BA}"/>
              </a:ext>
            </a:extLst>
          </p:cNvPr>
          <p:cNvSpPr/>
          <p:nvPr/>
        </p:nvSpPr>
        <p:spPr>
          <a:xfrm>
            <a:off x="867116" y="2709551"/>
            <a:ext cx="2074985" cy="4439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 Driver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B61812-CAB3-7ABD-5966-83A0455F3134}"/>
              </a:ext>
            </a:extLst>
          </p:cNvPr>
          <p:cNvSpPr/>
          <p:nvPr/>
        </p:nvSpPr>
        <p:spPr>
          <a:xfrm>
            <a:off x="687539" y="3685543"/>
            <a:ext cx="2471437" cy="961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C1034-EEDF-EC14-845E-FB30ECD36F1C}"/>
              </a:ext>
            </a:extLst>
          </p:cNvPr>
          <p:cNvSpPr/>
          <p:nvPr/>
        </p:nvSpPr>
        <p:spPr>
          <a:xfrm>
            <a:off x="867116" y="4025513"/>
            <a:ext cx="2074985" cy="445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vIOMMU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241E67-9157-D937-04BF-A214B8BF1E2E}"/>
              </a:ext>
            </a:extLst>
          </p:cNvPr>
          <p:cNvSpPr/>
          <p:nvPr/>
        </p:nvSpPr>
        <p:spPr>
          <a:xfrm>
            <a:off x="3786858" y="821429"/>
            <a:ext cx="2423936" cy="28665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4455D-7246-D85A-3577-C4578247D6C1}"/>
              </a:ext>
            </a:extLst>
          </p:cNvPr>
          <p:cNvSpPr/>
          <p:nvPr/>
        </p:nvSpPr>
        <p:spPr>
          <a:xfrm>
            <a:off x="4009292" y="1285914"/>
            <a:ext cx="2016369" cy="1533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F23E1B-A5A7-209F-5915-BBE52BB4EB38}"/>
              </a:ext>
            </a:extLst>
          </p:cNvPr>
          <p:cNvSpPr/>
          <p:nvPr/>
        </p:nvSpPr>
        <p:spPr>
          <a:xfrm>
            <a:off x="4192561" y="2332898"/>
            <a:ext cx="1641232" cy="3586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986BC7-CC17-75B2-E9DD-7E237FD701A2}"/>
              </a:ext>
            </a:extLst>
          </p:cNvPr>
          <p:cNvSpPr/>
          <p:nvPr/>
        </p:nvSpPr>
        <p:spPr>
          <a:xfrm>
            <a:off x="3964264" y="1285914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Memory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1AD4DB-A875-A283-CE93-0CB5EA23E2E5}"/>
              </a:ext>
            </a:extLst>
          </p:cNvPr>
          <p:cNvGrpSpPr/>
          <p:nvPr/>
        </p:nvGrpSpPr>
        <p:grpSpPr>
          <a:xfrm>
            <a:off x="4018426" y="1633222"/>
            <a:ext cx="1819667" cy="600802"/>
            <a:chOff x="4018426" y="2100733"/>
            <a:chExt cx="1819667" cy="60080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13B002-13BE-2660-C46D-C1E5A12E0DE8}"/>
                </a:ext>
              </a:extLst>
            </p:cNvPr>
            <p:cNvSpPr/>
            <p:nvPr/>
          </p:nvSpPr>
          <p:spPr>
            <a:xfrm>
              <a:off x="4196860" y="2136359"/>
              <a:ext cx="1641232" cy="565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57D4FB-7555-5FDE-7B5E-90E66FA08F6E}"/>
                </a:ext>
              </a:extLst>
            </p:cNvPr>
            <p:cNvSpPr/>
            <p:nvPr/>
          </p:nvSpPr>
          <p:spPr>
            <a:xfrm>
              <a:off x="4018426" y="2100733"/>
              <a:ext cx="963425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gIOPT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6E04C2-9E70-6AC9-693C-92144CB3BCC3}"/>
                </a:ext>
              </a:extLst>
            </p:cNvPr>
            <p:cNvSpPr/>
            <p:nvPr/>
          </p:nvSpPr>
          <p:spPr>
            <a:xfrm>
              <a:off x="4196861" y="2330457"/>
              <a:ext cx="1641232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IOVA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GPA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843350C-150B-D5C7-3AD2-27FC894415FA}"/>
              </a:ext>
            </a:extLst>
          </p:cNvPr>
          <p:cNvSpPr/>
          <p:nvPr/>
        </p:nvSpPr>
        <p:spPr>
          <a:xfrm>
            <a:off x="4018426" y="2955937"/>
            <a:ext cx="2007235" cy="565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F1CA61-6580-0C2C-EEEF-08CA33721376}"/>
              </a:ext>
            </a:extLst>
          </p:cNvPr>
          <p:cNvSpPr/>
          <p:nvPr/>
        </p:nvSpPr>
        <p:spPr>
          <a:xfrm>
            <a:off x="3852173" y="2920311"/>
            <a:ext cx="96342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hIOPT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F729EC-EF59-80E6-2CD6-D5BDA19427EF}"/>
              </a:ext>
            </a:extLst>
          </p:cNvPr>
          <p:cNvSpPr/>
          <p:nvPr/>
        </p:nvSpPr>
        <p:spPr>
          <a:xfrm>
            <a:off x="4161236" y="3150035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4E7F9A-3227-2F3A-7294-7477D2865863}"/>
              </a:ext>
            </a:extLst>
          </p:cNvPr>
          <p:cNvSpPr/>
          <p:nvPr/>
        </p:nvSpPr>
        <p:spPr>
          <a:xfrm>
            <a:off x="3704075" y="821429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7FE0EA-05E0-2D31-F048-A4DF44F9B190}"/>
              </a:ext>
            </a:extLst>
          </p:cNvPr>
          <p:cNvSpPr/>
          <p:nvPr/>
        </p:nvSpPr>
        <p:spPr>
          <a:xfrm>
            <a:off x="6633135" y="821429"/>
            <a:ext cx="1453961" cy="2873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F9464A-3F4D-D6C2-5C9A-F9498AAE8DC4}"/>
              </a:ext>
            </a:extLst>
          </p:cNvPr>
          <p:cNvSpPr/>
          <p:nvPr/>
        </p:nvSpPr>
        <p:spPr>
          <a:xfrm>
            <a:off x="7140191" y="821430"/>
            <a:ext cx="946906" cy="7394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IOPWC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8DC115-F65B-BEF6-EA7B-0BDCBF1D7D15}"/>
              </a:ext>
            </a:extLst>
          </p:cNvPr>
          <p:cNvSpPr/>
          <p:nvPr/>
        </p:nvSpPr>
        <p:spPr>
          <a:xfrm>
            <a:off x="7140191" y="2955937"/>
            <a:ext cx="946906" cy="7394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IOTLB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7BF757-759B-A0EA-5FF0-4F0FD363A48B}"/>
              </a:ext>
            </a:extLst>
          </p:cNvPr>
          <p:cNvSpPr/>
          <p:nvPr/>
        </p:nvSpPr>
        <p:spPr>
          <a:xfrm>
            <a:off x="4583723" y="4099635"/>
            <a:ext cx="2423676" cy="520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252E96-B295-8AB1-53B8-6169CD1D3DFC}"/>
              </a:ext>
            </a:extLst>
          </p:cNvPr>
          <p:cNvSpPr/>
          <p:nvPr/>
        </p:nvSpPr>
        <p:spPr>
          <a:xfrm>
            <a:off x="651914" y="809716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4833FB-4E2E-5B77-D970-57D2E4FCB28A}"/>
              </a:ext>
            </a:extLst>
          </p:cNvPr>
          <p:cNvSpPr/>
          <p:nvPr/>
        </p:nvSpPr>
        <p:spPr>
          <a:xfrm>
            <a:off x="431156" y="3661963"/>
            <a:ext cx="175406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Hypervisor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1840DC-E08A-94FB-93DB-AAB0DCC6B509}"/>
              </a:ext>
            </a:extLst>
          </p:cNvPr>
          <p:cNvCxnSpPr>
            <a:cxnSpLocks/>
          </p:cNvCxnSpPr>
          <p:nvPr/>
        </p:nvCxnSpPr>
        <p:spPr>
          <a:xfrm flipV="1">
            <a:off x="1109965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A4C9698-05DF-515E-3ED2-1011DED913EF}"/>
              </a:ext>
            </a:extLst>
          </p:cNvPr>
          <p:cNvCxnSpPr>
            <a:cxnSpLocks/>
          </p:cNvCxnSpPr>
          <p:nvPr/>
        </p:nvCxnSpPr>
        <p:spPr>
          <a:xfrm>
            <a:off x="1337196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5DC2224-4300-BE59-897E-D4B1239E5C4E}"/>
              </a:ext>
            </a:extLst>
          </p:cNvPr>
          <p:cNvCxnSpPr>
            <a:cxnSpLocks/>
          </p:cNvCxnSpPr>
          <p:nvPr/>
        </p:nvCxnSpPr>
        <p:spPr>
          <a:xfrm>
            <a:off x="2348201" y="3516882"/>
            <a:ext cx="2235522" cy="856460"/>
          </a:xfrm>
          <a:prstGeom prst="bentConnector3">
            <a:avLst>
              <a:gd name="adj1" fmla="val 50000"/>
            </a:avLst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2860C20-5A88-0A7D-617C-656C4292A8C0}"/>
              </a:ext>
            </a:extLst>
          </p:cNvPr>
          <p:cNvSpPr/>
          <p:nvPr/>
        </p:nvSpPr>
        <p:spPr>
          <a:xfrm rot="20536426">
            <a:off x="583647" y="2393013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32DE80-9AD3-E170-DA1C-F241964D395E}"/>
              </a:ext>
            </a:extLst>
          </p:cNvPr>
          <p:cNvSpPr/>
          <p:nvPr/>
        </p:nvSpPr>
        <p:spPr>
          <a:xfrm rot="20394676">
            <a:off x="1309739" y="2375237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67E9CD-3888-DE7B-E4D1-BBDFA8C819FA}"/>
              </a:ext>
            </a:extLst>
          </p:cNvPr>
          <p:cNvSpPr/>
          <p:nvPr/>
        </p:nvSpPr>
        <p:spPr>
          <a:xfrm>
            <a:off x="799672" y="225540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E838E26-BD02-A73D-E539-2A6F7584B066}"/>
              </a:ext>
            </a:extLst>
          </p:cNvPr>
          <p:cNvSpPr/>
          <p:nvPr/>
        </p:nvSpPr>
        <p:spPr>
          <a:xfrm>
            <a:off x="1379500" y="225601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A50B2A5-48B2-4365-C14F-F917961975D2}"/>
              </a:ext>
            </a:extLst>
          </p:cNvPr>
          <p:cNvSpPr/>
          <p:nvPr/>
        </p:nvSpPr>
        <p:spPr>
          <a:xfrm>
            <a:off x="837055" y="45065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B662A2-45FD-93A4-733E-D8BA2EF8B1D0}"/>
              </a:ext>
            </a:extLst>
          </p:cNvPr>
          <p:cNvSpPr/>
          <p:nvPr/>
        </p:nvSpPr>
        <p:spPr>
          <a:xfrm rot="849017">
            <a:off x="3070702" y="1226982"/>
            <a:ext cx="853004" cy="274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 </a:t>
            </a:r>
            <a:b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C249B1-A47B-5095-886F-56EDC250D355}"/>
              </a:ext>
            </a:extLst>
          </p:cNvPr>
          <p:cNvSpPr/>
          <p:nvPr/>
        </p:nvSpPr>
        <p:spPr>
          <a:xfrm>
            <a:off x="3788245" y="4062484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39B25F6-16FE-9010-463D-418211EE47D9}"/>
              </a:ext>
            </a:extLst>
          </p:cNvPr>
          <p:cNvSpPr/>
          <p:nvPr/>
        </p:nvSpPr>
        <p:spPr>
          <a:xfrm>
            <a:off x="3653921" y="409187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D142E1A-334C-EA1E-7B07-095918606F4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60067" y="3590349"/>
            <a:ext cx="700908" cy="606246"/>
          </a:xfrm>
          <a:prstGeom prst="bentConnector3">
            <a:avLst>
              <a:gd name="adj1" fmla="val 425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509EE2-DA62-AABE-FAFF-F865F404B274}"/>
              </a:ext>
            </a:extLst>
          </p:cNvPr>
          <p:cNvCxnSpPr>
            <a:cxnSpLocks/>
          </p:cNvCxnSpPr>
          <p:nvPr/>
        </p:nvCxnSpPr>
        <p:spPr>
          <a:xfrm flipV="1">
            <a:off x="1906501" y="2181331"/>
            <a:ext cx="0" cy="517335"/>
          </a:xfrm>
          <a:prstGeom prst="straightConnector1">
            <a:avLst/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799175CF-BA73-751B-94CF-8E6D338CD92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4928" y="2414865"/>
            <a:ext cx="870943" cy="4082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348079D4-24D9-3A2C-75DA-407B1A3656D7}"/>
              </a:ext>
            </a:extLst>
          </p:cNvPr>
          <p:cNvCxnSpPr>
            <a:cxnSpLocks/>
          </p:cNvCxnSpPr>
          <p:nvPr/>
        </p:nvCxnSpPr>
        <p:spPr>
          <a:xfrm rot="5400000">
            <a:off x="5757625" y="2651002"/>
            <a:ext cx="823660" cy="351386"/>
          </a:xfrm>
          <a:prstGeom prst="bentConnector2">
            <a:avLst/>
          </a:prstGeom>
          <a:ln w="22225">
            <a:solidFill>
              <a:srgbClr val="00B050"/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750E2C78-7166-C7DA-91A0-BD2FF9407E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65719" y="1837800"/>
            <a:ext cx="890151" cy="1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41BCCF1F-76E5-7A04-72F3-BCE9C2EC4400}"/>
              </a:ext>
            </a:extLst>
          </p:cNvPr>
          <p:cNvSpPr/>
          <p:nvPr/>
        </p:nvSpPr>
        <p:spPr>
          <a:xfrm>
            <a:off x="6862255" y="3843500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1CE31E-B2FE-4836-5749-1C16129B2B9E}"/>
              </a:ext>
            </a:extLst>
          </p:cNvPr>
          <p:cNvSpPr/>
          <p:nvPr/>
        </p:nvSpPr>
        <p:spPr>
          <a:xfrm>
            <a:off x="6781988" y="3807070"/>
            <a:ext cx="881668" cy="303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IOVA</a:t>
            </a: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access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E7FB960-5DDF-7926-D36D-083F782BCC4E}"/>
              </a:ext>
            </a:extLst>
          </p:cNvPr>
          <p:cNvSpPr/>
          <p:nvPr/>
        </p:nvSpPr>
        <p:spPr>
          <a:xfrm>
            <a:off x="6070689" y="2476778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C1247AE-A8BF-4D9B-B806-BD2890E1207F}"/>
              </a:ext>
            </a:extLst>
          </p:cNvPr>
          <p:cNvSpPr/>
          <p:nvPr/>
        </p:nvSpPr>
        <p:spPr>
          <a:xfrm>
            <a:off x="5878458" y="152037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D8C291-3B6E-E11B-531C-EED5BABD12B0}"/>
              </a:ext>
            </a:extLst>
          </p:cNvPr>
          <p:cNvSpPr/>
          <p:nvPr/>
        </p:nvSpPr>
        <p:spPr>
          <a:xfrm>
            <a:off x="6014833" y="1501613"/>
            <a:ext cx="630403" cy="21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C997B7-73EC-9347-0206-B7D5D4BB8FCA}"/>
              </a:ext>
            </a:extLst>
          </p:cNvPr>
          <p:cNvSpPr/>
          <p:nvPr/>
        </p:nvSpPr>
        <p:spPr>
          <a:xfrm rot="16200000">
            <a:off x="6006824" y="2767992"/>
            <a:ext cx="928312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7A12EF-D44A-E3E4-DDFE-83CAD93316E4}"/>
              </a:ext>
            </a:extLst>
          </p:cNvPr>
          <p:cNvSpPr/>
          <p:nvPr/>
        </p:nvSpPr>
        <p:spPr>
          <a:xfrm rot="20536426">
            <a:off x="1867997" y="2419537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9B88A44-791B-6CEA-EE89-920268F7B536}"/>
              </a:ext>
            </a:extLst>
          </p:cNvPr>
          <p:cNvSpPr/>
          <p:nvPr/>
        </p:nvSpPr>
        <p:spPr>
          <a:xfrm>
            <a:off x="2044250" y="2262376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3DBF7C46-0F7A-CAD6-FAAF-C451014ABD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2389" y="1596491"/>
            <a:ext cx="1" cy="2651760"/>
          </a:xfrm>
          <a:prstGeom prst="bentConnector3">
            <a:avLst>
              <a:gd name="adj1" fmla="val 22860100000"/>
            </a:avLst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938479D-7186-815D-145A-2C9675B0BEBB}"/>
              </a:ext>
            </a:extLst>
          </p:cNvPr>
          <p:cNvSpPr/>
          <p:nvPr/>
        </p:nvSpPr>
        <p:spPr>
          <a:xfrm rot="1017037">
            <a:off x="3100430" y="1884438"/>
            <a:ext cx="805615" cy="249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Remove  </a:t>
            </a:r>
            <a:b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2F07E6A-93CD-9F41-A5B4-C29AD888F5A8}"/>
              </a:ext>
            </a:extLst>
          </p:cNvPr>
          <p:cNvSpPr/>
          <p:nvPr/>
        </p:nvSpPr>
        <p:spPr>
          <a:xfrm>
            <a:off x="3017107" y="1799989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87217C-2269-CD61-4B47-F47F61BF1D0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58172" y="4248251"/>
            <a:ext cx="308944" cy="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C1DE25A-C7AE-BE3A-3725-6700C97DEBCF}"/>
              </a:ext>
            </a:extLst>
          </p:cNvPr>
          <p:cNvCxnSpPr>
            <a:cxnSpLocks/>
          </p:cNvCxnSpPr>
          <p:nvPr/>
        </p:nvCxnSpPr>
        <p:spPr>
          <a:xfrm flipV="1">
            <a:off x="563764" y="1593813"/>
            <a:ext cx="303351" cy="2677"/>
          </a:xfrm>
          <a:prstGeom prst="straightConnector1">
            <a:avLst/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EFB661C4-A45E-DE0D-2C52-7F5A58E3BB6E}"/>
              </a:ext>
            </a:extLst>
          </p:cNvPr>
          <p:cNvSpPr/>
          <p:nvPr/>
        </p:nvSpPr>
        <p:spPr>
          <a:xfrm rot="16200000">
            <a:off x="-899162" y="2937891"/>
            <a:ext cx="2651759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Invalidation (</a:t>
            </a:r>
            <a:r>
              <a:rPr lang="en-US" sz="1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</a:t>
            </a:r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B745C4A-F5D5-398A-4B43-AAE28F8A3FD4}"/>
              </a:ext>
            </a:extLst>
          </p:cNvPr>
          <p:cNvSpPr/>
          <p:nvPr/>
        </p:nvSpPr>
        <p:spPr>
          <a:xfrm>
            <a:off x="3873466" y="4825698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109BC40C-114B-C5FF-EE37-BD95C009ECF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96668" y="1083792"/>
            <a:ext cx="922849" cy="5823838"/>
          </a:xfrm>
          <a:prstGeom prst="bentConnector4">
            <a:avLst>
              <a:gd name="adj1" fmla="val -35630"/>
              <a:gd name="adj2" fmla="val 99988"/>
            </a:avLst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CD329CF-31B7-873F-38AC-3E60C9BD9044}"/>
              </a:ext>
            </a:extLst>
          </p:cNvPr>
          <p:cNvSpPr/>
          <p:nvPr/>
        </p:nvSpPr>
        <p:spPr>
          <a:xfrm>
            <a:off x="3053861" y="4891576"/>
            <a:ext cx="3705592" cy="119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invalidation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82FC661-4B0F-3C0A-F712-E6E95B20D040}"/>
              </a:ext>
            </a:extLst>
          </p:cNvPr>
          <p:cNvSpPr/>
          <p:nvPr/>
        </p:nvSpPr>
        <p:spPr>
          <a:xfrm>
            <a:off x="1132517" y="1731603"/>
            <a:ext cx="1518903" cy="244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C1021CD-2ABE-5342-D7AC-BF73D21AE13C}"/>
              </a:ext>
            </a:extLst>
          </p:cNvPr>
          <p:cNvCxnSpPr>
            <a:cxnSpLocks/>
          </p:cNvCxnSpPr>
          <p:nvPr/>
        </p:nvCxnSpPr>
        <p:spPr>
          <a:xfrm flipV="1">
            <a:off x="2516565" y="2194894"/>
            <a:ext cx="0" cy="517335"/>
          </a:xfrm>
          <a:prstGeom prst="straightConnector1">
            <a:avLst/>
          </a:prstGeom>
          <a:ln w="22225">
            <a:solidFill>
              <a:srgbClr val="C000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2EE7A7BD-FAB8-3053-6A91-581E12AEAFF7}"/>
              </a:ext>
            </a:extLst>
          </p:cNvPr>
          <p:cNvSpPr/>
          <p:nvPr/>
        </p:nvSpPr>
        <p:spPr>
          <a:xfrm rot="20536426">
            <a:off x="2500741" y="2412481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C8B090E-3E8B-316A-E703-AD9D07A1819F}"/>
              </a:ext>
            </a:extLst>
          </p:cNvPr>
          <p:cNvSpPr/>
          <p:nvPr/>
        </p:nvSpPr>
        <p:spPr>
          <a:xfrm>
            <a:off x="3797790" y="481870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44910B5-F64E-0A7C-01F2-7314026C1F57}"/>
              </a:ext>
            </a:extLst>
          </p:cNvPr>
          <p:cNvSpPr/>
          <p:nvPr/>
        </p:nvSpPr>
        <p:spPr>
          <a:xfrm>
            <a:off x="333317" y="183532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9292C56-1B18-61E0-722E-D56CF7E98E85}"/>
              </a:ext>
            </a:extLst>
          </p:cNvPr>
          <p:cNvSpPr/>
          <p:nvPr/>
        </p:nvSpPr>
        <p:spPr>
          <a:xfrm>
            <a:off x="257641" y="182832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A97B0A7-7D84-ACB2-6DC4-E61124304EAD}"/>
              </a:ext>
            </a:extLst>
          </p:cNvPr>
          <p:cNvSpPr/>
          <p:nvPr/>
        </p:nvSpPr>
        <p:spPr>
          <a:xfrm>
            <a:off x="1157237" y="1739494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C017D1-71EE-76E9-AF88-75BFA2586BD7}"/>
              </a:ext>
            </a:extLst>
          </p:cNvPr>
          <p:cNvSpPr/>
          <p:nvPr/>
        </p:nvSpPr>
        <p:spPr>
          <a:xfrm>
            <a:off x="1081561" y="1732497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5F28BE-85D4-2D93-6301-F88AC7650583}"/>
              </a:ext>
            </a:extLst>
          </p:cNvPr>
          <p:cNvSpPr/>
          <p:nvPr/>
        </p:nvSpPr>
        <p:spPr>
          <a:xfrm>
            <a:off x="2579038" y="212640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FC4D193-DB64-85A1-EB2D-2B4D5239B702}"/>
              </a:ext>
            </a:extLst>
          </p:cNvPr>
          <p:cNvSpPr/>
          <p:nvPr/>
        </p:nvSpPr>
        <p:spPr>
          <a:xfrm>
            <a:off x="2503362" y="211940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F3F2545-C2D7-3268-B483-91686097D9AB}"/>
              </a:ext>
            </a:extLst>
          </p:cNvPr>
          <p:cNvSpPr/>
          <p:nvPr/>
        </p:nvSpPr>
        <p:spPr>
          <a:xfrm>
            <a:off x="3143380" y="2858205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690DD74-704A-8864-A669-36D06AA20C33}"/>
              </a:ext>
            </a:extLst>
          </p:cNvPr>
          <p:cNvSpPr/>
          <p:nvPr/>
        </p:nvSpPr>
        <p:spPr>
          <a:xfrm>
            <a:off x="3057888" y="285156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0E9BB-6359-A930-8849-1381CD41A152}"/>
              </a:ext>
            </a:extLst>
          </p:cNvPr>
          <p:cNvSpPr/>
          <p:nvPr/>
        </p:nvSpPr>
        <p:spPr>
          <a:xfrm>
            <a:off x="3321655" y="2916172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45761F6-AE98-BF61-9698-3F3489669BB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50518" y="3119956"/>
            <a:ext cx="351774" cy="443592"/>
          </a:xfrm>
          <a:prstGeom prst="bentConnector2">
            <a:avLst/>
          </a:prstGeom>
          <a:ln w="22225"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04A72C0-69F5-1B79-A0B6-33BE7AA81AD3}"/>
              </a:ext>
            </a:extLst>
          </p:cNvPr>
          <p:cNvSpPr/>
          <p:nvPr/>
        </p:nvSpPr>
        <p:spPr>
          <a:xfrm>
            <a:off x="927830" y="354703"/>
            <a:ext cx="2188644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1 (Pre-DMA) 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90C5B54-2348-AE8E-4DA7-96F9AC09DE1F}"/>
              </a:ext>
            </a:extLst>
          </p:cNvPr>
          <p:cNvSpPr/>
          <p:nvPr/>
        </p:nvSpPr>
        <p:spPr>
          <a:xfrm>
            <a:off x="3267492" y="450656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4924A7E-AE92-8F52-8D63-0BB2C8B8BC02}"/>
              </a:ext>
            </a:extLst>
          </p:cNvPr>
          <p:cNvSpPr/>
          <p:nvPr/>
        </p:nvSpPr>
        <p:spPr>
          <a:xfrm>
            <a:off x="3358267" y="354703"/>
            <a:ext cx="176954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2 (DMA) 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AE8B61A-8F94-4D28-FBE5-16DA159E21F4}"/>
              </a:ext>
            </a:extLst>
          </p:cNvPr>
          <p:cNvSpPr/>
          <p:nvPr/>
        </p:nvSpPr>
        <p:spPr>
          <a:xfrm>
            <a:off x="5369600" y="45065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06AE127-463C-999C-A9FC-C0736E8E8E0D}"/>
              </a:ext>
            </a:extLst>
          </p:cNvPr>
          <p:cNvSpPr/>
          <p:nvPr/>
        </p:nvSpPr>
        <p:spPr>
          <a:xfrm>
            <a:off x="5460375" y="354703"/>
            <a:ext cx="2203281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3 (Post-DMA) 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7942985-B9AD-2971-90C3-DCDC77DE885B}"/>
              </a:ext>
            </a:extLst>
          </p:cNvPr>
          <p:cNvCxnSpPr>
            <a:cxnSpLocks/>
          </p:cNvCxnSpPr>
          <p:nvPr/>
        </p:nvCxnSpPr>
        <p:spPr>
          <a:xfrm>
            <a:off x="2907956" y="1472809"/>
            <a:ext cx="1311397" cy="36730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7EB40EF0-82E0-FF44-E862-6FA58E206ADB}"/>
              </a:ext>
            </a:extLst>
          </p:cNvPr>
          <p:cNvSpPr/>
          <p:nvPr/>
        </p:nvSpPr>
        <p:spPr>
          <a:xfrm>
            <a:off x="3128086" y="113204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10182FD-D9A5-9B08-7E3E-1612CFFFD3CB}"/>
              </a:ext>
            </a:extLst>
          </p:cNvPr>
          <p:cNvCxnSpPr>
            <a:cxnSpLocks/>
          </p:cNvCxnSpPr>
          <p:nvPr/>
        </p:nvCxnSpPr>
        <p:spPr>
          <a:xfrm>
            <a:off x="2901449" y="1693123"/>
            <a:ext cx="1311397" cy="36730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9083F59A-8B52-1324-C75A-3E54C803343F}"/>
              </a:ext>
            </a:extLst>
          </p:cNvPr>
          <p:cNvSpPr/>
          <p:nvPr/>
        </p:nvSpPr>
        <p:spPr>
          <a:xfrm>
            <a:off x="7801339" y="4195301"/>
            <a:ext cx="772420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Host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</a:t>
            </a:r>
          </a:p>
        </p:txBody>
      </p:sp>
    </p:spTree>
    <p:extLst>
      <p:ext uri="{BB962C8B-B14F-4D97-AF65-F5344CB8AC3E}">
        <p14:creationId xmlns:p14="http://schemas.microsoft.com/office/powerpoint/2010/main" val="29264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707A14-5D61-2083-1E32-B46A462387DC}"/>
              </a:ext>
            </a:extLst>
          </p:cNvPr>
          <p:cNvSpPr/>
          <p:nvPr/>
        </p:nvSpPr>
        <p:spPr>
          <a:xfrm>
            <a:off x="1158240" y="457791"/>
            <a:ext cx="5892800" cy="24003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3C84E-BB09-E515-374A-798728A2128A}"/>
              </a:ext>
            </a:extLst>
          </p:cNvPr>
          <p:cNvSpPr/>
          <p:nvPr/>
        </p:nvSpPr>
        <p:spPr>
          <a:xfrm>
            <a:off x="1364566" y="1180252"/>
            <a:ext cx="5091333" cy="157144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E1ED9-C2AE-C9DE-31B3-9EA9AA1BA6DD}"/>
              </a:ext>
            </a:extLst>
          </p:cNvPr>
          <p:cNvSpPr/>
          <p:nvPr/>
        </p:nvSpPr>
        <p:spPr>
          <a:xfrm>
            <a:off x="4229355" y="457791"/>
            <a:ext cx="914401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897BF2-7A4C-343A-CA0B-54F72FB14828}"/>
              </a:ext>
            </a:extLst>
          </p:cNvPr>
          <p:cNvSpPr/>
          <p:nvPr/>
        </p:nvSpPr>
        <p:spPr>
          <a:xfrm>
            <a:off x="1516967" y="1549713"/>
            <a:ext cx="3406726" cy="262211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222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665641-1A06-2A54-3148-1820572DE869}"/>
              </a:ext>
            </a:extLst>
          </p:cNvPr>
          <p:cNvSpPr/>
          <p:nvPr/>
        </p:nvSpPr>
        <p:spPr>
          <a:xfrm>
            <a:off x="1439333" y="2066389"/>
            <a:ext cx="4850099" cy="591124"/>
          </a:xfrm>
          <a:prstGeom prst="rect">
            <a:avLst/>
          </a:prstGeom>
          <a:solidFill>
            <a:schemeClr val="tx2">
              <a:lumMod val="10000"/>
              <a:lumOff val="90000"/>
              <a:alpha val="30000"/>
            </a:schemeClr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1CA54EA-C826-702D-EEAD-BBCA9C175AE9}"/>
              </a:ext>
            </a:extLst>
          </p:cNvPr>
          <p:cNvGrpSpPr/>
          <p:nvPr/>
        </p:nvGrpSpPr>
        <p:grpSpPr>
          <a:xfrm>
            <a:off x="1364565" y="560311"/>
            <a:ext cx="1203605" cy="679136"/>
            <a:chOff x="1364565" y="560311"/>
            <a:chExt cx="1203605" cy="6791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45F8CF-CECD-AA4B-008C-EE6AD807EF7F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843DF3C-944D-2D02-F43E-287F33E65363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8C93B2-581D-BD83-9406-403A967202CC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7EFA69-7C85-6939-F0D7-C70F506D5673}"/>
              </a:ext>
            </a:extLst>
          </p:cNvPr>
          <p:cNvCxnSpPr>
            <a:cxnSpLocks/>
          </p:cNvCxnSpPr>
          <p:nvPr/>
        </p:nvCxnSpPr>
        <p:spPr>
          <a:xfrm>
            <a:off x="1827795" y="1167599"/>
            <a:ext cx="0" cy="36509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4A148E8-9420-D8BE-7739-B0B7CD1849FB}"/>
              </a:ext>
            </a:extLst>
          </p:cNvPr>
          <p:cNvSpPr/>
          <p:nvPr/>
        </p:nvSpPr>
        <p:spPr>
          <a:xfrm>
            <a:off x="1649460" y="1126215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6D56DC-1F41-FF46-7492-11FA969D6AC1}"/>
              </a:ext>
            </a:extLst>
          </p:cNvPr>
          <p:cNvSpPr/>
          <p:nvPr/>
        </p:nvSpPr>
        <p:spPr>
          <a:xfrm>
            <a:off x="1603096" y="1582315"/>
            <a:ext cx="127161" cy="1871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6E307D-B826-A80F-D8BC-47282C8F8CCC}"/>
              </a:ext>
            </a:extLst>
          </p:cNvPr>
          <p:cNvSpPr/>
          <p:nvPr/>
        </p:nvSpPr>
        <p:spPr>
          <a:xfrm>
            <a:off x="1814697" y="1580762"/>
            <a:ext cx="127153" cy="1871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496F2E-C274-95DA-8E98-7F90C8CF372A}"/>
              </a:ext>
            </a:extLst>
          </p:cNvPr>
          <p:cNvSpPr/>
          <p:nvPr/>
        </p:nvSpPr>
        <p:spPr>
          <a:xfrm>
            <a:off x="2031489" y="1578618"/>
            <a:ext cx="127153" cy="1871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2DBE4C-C7DD-2226-6C17-4E42993DA57C}"/>
              </a:ext>
            </a:extLst>
          </p:cNvPr>
          <p:cNvSpPr/>
          <p:nvPr/>
        </p:nvSpPr>
        <p:spPr>
          <a:xfrm>
            <a:off x="3063534" y="1443431"/>
            <a:ext cx="1989462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IO-Domain Queue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97B0A0-3A47-DE65-B9EE-BAFBA3959949}"/>
              </a:ext>
            </a:extLst>
          </p:cNvPr>
          <p:cNvSpPr/>
          <p:nvPr/>
        </p:nvSpPr>
        <p:spPr>
          <a:xfrm>
            <a:off x="4857692" y="1146120"/>
            <a:ext cx="1663428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cache_lock</a:t>
            </a:r>
            <a:endParaRPr lang="en-US" sz="15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IO-domain)</a:t>
            </a:r>
            <a:endParaRPr lang="en-US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9A8382-3329-3872-E0DF-822A6E8670BC}"/>
              </a:ext>
            </a:extLst>
          </p:cNvPr>
          <p:cNvSpPr/>
          <p:nvPr/>
        </p:nvSpPr>
        <p:spPr>
          <a:xfrm>
            <a:off x="1516967" y="2205638"/>
            <a:ext cx="3406726" cy="28522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8DBF37-5042-A6C6-D3E1-05A076F8C03F}"/>
              </a:ext>
            </a:extLst>
          </p:cNvPr>
          <p:cNvSpPr/>
          <p:nvPr/>
        </p:nvSpPr>
        <p:spPr>
          <a:xfrm>
            <a:off x="1603096" y="2259504"/>
            <a:ext cx="127161" cy="187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6FF737-003D-E733-7715-C4E48EB08B98}"/>
              </a:ext>
            </a:extLst>
          </p:cNvPr>
          <p:cNvSpPr/>
          <p:nvPr/>
        </p:nvSpPr>
        <p:spPr>
          <a:xfrm>
            <a:off x="1814697" y="2257951"/>
            <a:ext cx="127153" cy="187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032BAF-B81A-0FF0-C998-F3198AE685D1}"/>
              </a:ext>
            </a:extLst>
          </p:cNvPr>
          <p:cNvSpPr/>
          <p:nvPr/>
        </p:nvSpPr>
        <p:spPr>
          <a:xfrm>
            <a:off x="2031489" y="2255807"/>
            <a:ext cx="127153" cy="187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55A57F-28A9-AA3E-8DDE-A18A31DD25CD}"/>
              </a:ext>
            </a:extLst>
          </p:cNvPr>
          <p:cNvSpPr/>
          <p:nvPr/>
        </p:nvSpPr>
        <p:spPr>
          <a:xfrm>
            <a:off x="2850347" y="2112854"/>
            <a:ext cx="206893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Emulated HW Queue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A1E4D05-9B59-2A80-1989-95AD81ECCDCB}"/>
              </a:ext>
            </a:extLst>
          </p:cNvPr>
          <p:cNvCxnSpPr>
            <a:cxnSpLocks/>
          </p:cNvCxnSpPr>
          <p:nvPr/>
        </p:nvCxnSpPr>
        <p:spPr>
          <a:xfrm>
            <a:off x="2335377" y="1744431"/>
            <a:ext cx="0" cy="47575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3AE7866-9DD6-6F15-0927-B15350D764DD}"/>
              </a:ext>
            </a:extLst>
          </p:cNvPr>
          <p:cNvSpPr/>
          <p:nvPr/>
        </p:nvSpPr>
        <p:spPr>
          <a:xfrm>
            <a:off x="2140502" y="1735388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DA361A-6BD7-BBA9-1985-CA117F4DF852}"/>
              </a:ext>
            </a:extLst>
          </p:cNvPr>
          <p:cNvSpPr/>
          <p:nvPr/>
        </p:nvSpPr>
        <p:spPr>
          <a:xfrm>
            <a:off x="4790306" y="2070265"/>
            <a:ext cx="1663428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q_lock</a:t>
            </a:r>
            <a:endParaRPr lang="en-US" sz="15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invalidation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7A23AD-10C1-635F-F585-93CF5E3332EE}"/>
              </a:ext>
            </a:extLst>
          </p:cNvPr>
          <p:cNvSpPr/>
          <p:nvPr/>
        </p:nvSpPr>
        <p:spPr>
          <a:xfrm>
            <a:off x="4801471" y="2453681"/>
            <a:ext cx="1663428" cy="217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FC3445-6128-8656-AD50-A93A40BCEA6E}"/>
              </a:ext>
            </a:extLst>
          </p:cNvPr>
          <p:cNvSpPr/>
          <p:nvPr/>
        </p:nvSpPr>
        <p:spPr>
          <a:xfrm>
            <a:off x="6223346" y="483092"/>
            <a:ext cx="914401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4931EC-AA2C-F7A7-5C37-C5B7FFB04D4D}"/>
              </a:ext>
            </a:extLst>
          </p:cNvPr>
          <p:cNvSpPr/>
          <p:nvPr/>
        </p:nvSpPr>
        <p:spPr>
          <a:xfrm>
            <a:off x="6352729" y="2881399"/>
            <a:ext cx="1121497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Hypervisor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53362E-9AAB-6BEC-5CB7-4AF069E4C7D1}"/>
              </a:ext>
            </a:extLst>
          </p:cNvPr>
          <p:cNvSpPr/>
          <p:nvPr/>
        </p:nvSpPr>
        <p:spPr>
          <a:xfrm>
            <a:off x="1147080" y="3272781"/>
            <a:ext cx="6327146" cy="172368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F90A34-3BEF-B380-BA99-07395C156CB3}"/>
              </a:ext>
            </a:extLst>
          </p:cNvPr>
          <p:cNvSpPr/>
          <p:nvPr/>
        </p:nvSpPr>
        <p:spPr>
          <a:xfrm>
            <a:off x="1353405" y="3388583"/>
            <a:ext cx="5259429" cy="14722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A88FCDA-3CD4-4D06-B670-DD6C5C1F7516}"/>
              </a:ext>
            </a:extLst>
          </p:cNvPr>
          <p:cNvSpPr/>
          <p:nvPr/>
        </p:nvSpPr>
        <p:spPr>
          <a:xfrm>
            <a:off x="1505807" y="3685952"/>
            <a:ext cx="3406726" cy="25548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222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59987B-EA22-8EE5-8B21-3FED0198A098}"/>
              </a:ext>
            </a:extLst>
          </p:cNvPr>
          <p:cNvSpPr/>
          <p:nvPr/>
        </p:nvSpPr>
        <p:spPr>
          <a:xfrm>
            <a:off x="1428173" y="4200355"/>
            <a:ext cx="5081787" cy="525906"/>
          </a:xfrm>
          <a:prstGeom prst="rect">
            <a:avLst/>
          </a:prstGeom>
          <a:solidFill>
            <a:schemeClr val="tx2">
              <a:lumMod val="10000"/>
              <a:lumOff val="90000"/>
              <a:alpha val="30000"/>
            </a:schemeClr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B06759A-6076-2CA2-9401-81D8A7E5E05B}"/>
              </a:ext>
            </a:extLst>
          </p:cNvPr>
          <p:cNvCxnSpPr>
            <a:cxnSpLocks/>
          </p:cNvCxnSpPr>
          <p:nvPr/>
        </p:nvCxnSpPr>
        <p:spPr>
          <a:xfrm>
            <a:off x="2333270" y="3256742"/>
            <a:ext cx="0" cy="444406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54788A9-6049-29D9-2E40-0E6B58FE8508}"/>
              </a:ext>
            </a:extLst>
          </p:cNvPr>
          <p:cNvSpPr/>
          <p:nvPr/>
        </p:nvSpPr>
        <p:spPr>
          <a:xfrm>
            <a:off x="2026438" y="3306784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B5C9DE-11F8-BF49-A24F-64A29652EA41}"/>
              </a:ext>
            </a:extLst>
          </p:cNvPr>
          <p:cNvSpPr/>
          <p:nvPr/>
        </p:nvSpPr>
        <p:spPr>
          <a:xfrm>
            <a:off x="1591936" y="3740125"/>
            <a:ext cx="81161" cy="14429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549F33F-1E06-87F1-CFAC-876D42A6939C}"/>
              </a:ext>
            </a:extLst>
          </p:cNvPr>
          <p:cNvSpPr/>
          <p:nvPr/>
        </p:nvSpPr>
        <p:spPr>
          <a:xfrm>
            <a:off x="1717365" y="3741191"/>
            <a:ext cx="81162" cy="14429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7505618-E5A8-7D9E-D916-E566E6D096C0}"/>
              </a:ext>
            </a:extLst>
          </p:cNvPr>
          <p:cNvSpPr/>
          <p:nvPr/>
        </p:nvSpPr>
        <p:spPr>
          <a:xfrm>
            <a:off x="1853349" y="3738267"/>
            <a:ext cx="77341" cy="15091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7113719-AE93-91F0-C884-B1CBA2BAE0AC}"/>
              </a:ext>
            </a:extLst>
          </p:cNvPr>
          <p:cNvSpPr/>
          <p:nvPr/>
        </p:nvSpPr>
        <p:spPr>
          <a:xfrm>
            <a:off x="2984717" y="3581643"/>
            <a:ext cx="205825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IO-Domain Queue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1681126-D425-9F13-6B0B-93CE528FD008}"/>
              </a:ext>
            </a:extLst>
          </p:cNvPr>
          <p:cNvSpPr/>
          <p:nvPr/>
        </p:nvSpPr>
        <p:spPr>
          <a:xfrm>
            <a:off x="5138721" y="3426694"/>
            <a:ext cx="1663428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cache_lock</a:t>
            </a:r>
            <a:endParaRPr lang="en-US" sz="14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IO-domain)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D46AB0A-0142-E4B1-0746-97477C65CC3F}"/>
              </a:ext>
            </a:extLst>
          </p:cNvPr>
          <p:cNvSpPr/>
          <p:nvPr/>
        </p:nvSpPr>
        <p:spPr>
          <a:xfrm>
            <a:off x="1505807" y="4312762"/>
            <a:ext cx="3406726" cy="27248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8E82655-BB1B-384C-80A8-D8F1D67D8B8A}"/>
              </a:ext>
            </a:extLst>
          </p:cNvPr>
          <p:cNvSpPr/>
          <p:nvPr/>
        </p:nvSpPr>
        <p:spPr>
          <a:xfrm>
            <a:off x="1591937" y="4376159"/>
            <a:ext cx="81160" cy="152018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91019C6-AE24-7F1C-BE59-571EFB79BCA1}"/>
              </a:ext>
            </a:extLst>
          </p:cNvPr>
          <p:cNvSpPr/>
          <p:nvPr/>
        </p:nvSpPr>
        <p:spPr>
          <a:xfrm>
            <a:off x="1732884" y="4380432"/>
            <a:ext cx="75886" cy="14774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B72180-3763-40A4-1B37-98912BE1C0CF}"/>
              </a:ext>
            </a:extLst>
          </p:cNvPr>
          <p:cNvSpPr/>
          <p:nvPr/>
        </p:nvSpPr>
        <p:spPr>
          <a:xfrm>
            <a:off x="1864443" y="4376230"/>
            <a:ext cx="75886" cy="15194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947B4D-F18E-2562-FE14-585043989918}"/>
              </a:ext>
            </a:extLst>
          </p:cNvPr>
          <p:cNvSpPr/>
          <p:nvPr/>
        </p:nvSpPr>
        <p:spPr>
          <a:xfrm>
            <a:off x="2585770" y="4221014"/>
            <a:ext cx="2295849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 Invalidation Queue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E226C66-9C35-43C2-F0F8-5902A3D35A7B}"/>
              </a:ext>
            </a:extLst>
          </p:cNvPr>
          <p:cNvCxnSpPr>
            <a:cxnSpLocks/>
          </p:cNvCxnSpPr>
          <p:nvPr/>
        </p:nvCxnSpPr>
        <p:spPr>
          <a:xfrm flipH="1">
            <a:off x="2323104" y="3921226"/>
            <a:ext cx="1113" cy="39553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0B8EA6F0-3F1E-1DAB-DC32-8111574E1E00}"/>
              </a:ext>
            </a:extLst>
          </p:cNvPr>
          <p:cNvSpPr/>
          <p:nvPr/>
        </p:nvSpPr>
        <p:spPr>
          <a:xfrm>
            <a:off x="1998970" y="3858545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EF06027-23D4-1BAF-04DE-BA613AE69436}"/>
              </a:ext>
            </a:extLst>
          </p:cNvPr>
          <p:cNvSpPr/>
          <p:nvPr/>
        </p:nvSpPr>
        <p:spPr>
          <a:xfrm>
            <a:off x="4683124" y="4226876"/>
            <a:ext cx="1650821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q_lock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invalidation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5B10E2D-BFD7-9861-5E32-FF07AAD2A052}"/>
              </a:ext>
            </a:extLst>
          </p:cNvPr>
          <p:cNvSpPr/>
          <p:nvPr/>
        </p:nvSpPr>
        <p:spPr>
          <a:xfrm>
            <a:off x="5439715" y="4429248"/>
            <a:ext cx="1663428" cy="217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517DB83-186C-8F55-DC23-F8293A0958EA}"/>
              </a:ext>
            </a:extLst>
          </p:cNvPr>
          <p:cNvSpPr/>
          <p:nvPr/>
        </p:nvSpPr>
        <p:spPr>
          <a:xfrm>
            <a:off x="6664555" y="3267352"/>
            <a:ext cx="914401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CDCC583-1F13-6FBE-97D1-0104293995AC}"/>
              </a:ext>
            </a:extLst>
          </p:cNvPr>
          <p:cNvCxnSpPr>
            <a:cxnSpLocks/>
          </p:cNvCxnSpPr>
          <p:nvPr/>
        </p:nvCxnSpPr>
        <p:spPr>
          <a:xfrm>
            <a:off x="2335377" y="2442907"/>
            <a:ext cx="0" cy="81383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C1EF7DE1-F4AB-FFBA-C7D8-D45F6074525B}"/>
              </a:ext>
            </a:extLst>
          </p:cNvPr>
          <p:cNvSpPr/>
          <p:nvPr/>
        </p:nvSpPr>
        <p:spPr>
          <a:xfrm>
            <a:off x="2323103" y="2873634"/>
            <a:ext cx="1347891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2D63B08-D86F-02E3-347C-F1AB08CADB53}"/>
              </a:ext>
            </a:extLst>
          </p:cNvPr>
          <p:cNvSpPr/>
          <p:nvPr/>
        </p:nvSpPr>
        <p:spPr>
          <a:xfrm>
            <a:off x="1158240" y="5107967"/>
            <a:ext cx="6327146" cy="56464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3D103E8-D88A-62FE-E7BB-7496A5100836}"/>
              </a:ext>
            </a:extLst>
          </p:cNvPr>
          <p:cNvSpPr/>
          <p:nvPr/>
        </p:nvSpPr>
        <p:spPr>
          <a:xfrm>
            <a:off x="1407201" y="5239625"/>
            <a:ext cx="2335671" cy="29840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IOMMIU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B8BB-20CF-A820-FDFC-62E96DB84FB7}"/>
              </a:ext>
            </a:extLst>
          </p:cNvPr>
          <p:cNvCxnSpPr>
            <a:cxnSpLocks/>
          </p:cNvCxnSpPr>
          <p:nvPr/>
        </p:nvCxnSpPr>
        <p:spPr>
          <a:xfrm flipH="1">
            <a:off x="2322374" y="4590960"/>
            <a:ext cx="8536" cy="675717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C4D25C17-1372-504F-236D-353530D74D92}"/>
              </a:ext>
            </a:extLst>
          </p:cNvPr>
          <p:cNvSpPr/>
          <p:nvPr/>
        </p:nvSpPr>
        <p:spPr>
          <a:xfrm>
            <a:off x="3917440" y="5227579"/>
            <a:ext cx="924709" cy="29334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ACF57F7-A9B4-5262-BCFB-F5B537529AD3}"/>
              </a:ext>
            </a:extLst>
          </p:cNvPr>
          <p:cNvSpPr/>
          <p:nvPr/>
        </p:nvSpPr>
        <p:spPr>
          <a:xfrm>
            <a:off x="5016717" y="5224477"/>
            <a:ext cx="924709" cy="29334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817D2DD-2B91-61D0-8C67-024D92D9608B}"/>
              </a:ext>
            </a:extLst>
          </p:cNvPr>
          <p:cNvGrpSpPr/>
          <p:nvPr/>
        </p:nvGrpSpPr>
        <p:grpSpPr>
          <a:xfrm>
            <a:off x="2420854" y="567601"/>
            <a:ext cx="1203605" cy="679136"/>
            <a:chOff x="1364565" y="560311"/>
            <a:chExt cx="1203605" cy="679136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F7E989D-0490-9E41-F395-99938DA36BE4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4ADFA6AF-D9A6-F387-C9A7-2EA7F1A04A68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EEEF069-176F-3DBB-444D-A29C62D4903A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3055F00-B76C-6329-3914-28A7A4D93F86}"/>
              </a:ext>
            </a:extLst>
          </p:cNvPr>
          <p:cNvGrpSpPr/>
          <p:nvPr/>
        </p:nvGrpSpPr>
        <p:grpSpPr>
          <a:xfrm>
            <a:off x="3516411" y="565841"/>
            <a:ext cx="1203605" cy="679136"/>
            <a:chOff x="1364565" y="560311"/>
            <a:chExt cx="1203605" cy="679136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F5F5794-824A-3B4F-F881-AC47294B9308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900EBF1-ABE9-8FE7-7F3E-BB371F246423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52A3553-5804-7293-B4A0-8586D34F09B5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322A566-DAB4-34BD-1252-69FB5975258F}"/>
              </a:ext>
            </a:extLst>
          </p:cNvPr>
          <p:cNvGrpSpPr/>
          <p:nvPr/>
        </p:nvGrpSpPr>
        <p:grpSpPr>
          <a:xfrm>
            <a:off x="4953877" y="564834"/>
            <a:ext cx="1203605" cy="679136"/>
            <a:chOff x="1364565" y="560311"/>
            <a:chExt cx="1203605" cy="679136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0079516-D51B-45A5-3B27-EF2ADA803F03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B04E5AE-D3F0-5190-5AEB-63611BAD99AD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C47A3EF-D959-3687-43F6-69C4964C9AFF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84DCFA5-8B31-1D93-5073-B4E3786AFFB2}"/>
              </a:ext>
            </a:extLst>
          </p:cNvPr>
          <p:cNvSpPr/>
          <p:nvPr/>
        </p:nvSpPr>
        <p:spPr>
          <a:xfrm>
            <a:off x="6099153" y="5227578"/>
            <a:ext cx="924709" cy="293349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3277C4-967C-93C3-7491-154ABB97DE2F}"/>
              </a:ext>
            </a:extLst>
          </p:cNvPr>
          <p:cNvSpPr/>
          <p:nvPr/>
        </p:nvSpPr>
        <p:spPr>
          <a:xfrm>
            <a:off x="2378992" y="2512697"/>
            <a:ext cx="924709" cy="223633"/>
          </a:xfrm>
          <a:prstGeom prst="rect">
            <a:avLst/>
          </a:prstGeom>
          <a:solidFill>
            <a:schemeClr val="bg1">
              <a:alpha val="75000"/>
            </a:schemeClr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43839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154</Words>
  <Application>Microsoft Macintosh PowerPoint</Application>
  <PresentationFormat>Widescreen</PresentationFormat>
  <Paragraphs>87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Tianyin</dc:creator>
  <cp:lastModifiedBy>Xu, Tianyin</cp:lastModifiedBy>
  <cp:revision>3</cp:revision>
  <dcterms:created xsi:type="dcterms:W3CDTF">2026-03-28T20:56:57Z</dcterms:created>
  <dcterms:modified xsi:type="dcterms:W3CDTF">2026-04-01T00:16:00Z</dcterms:modified>
</cp:coreProperties>
</file>