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64" r:id="rId2"/>
    <p:sldId id="265" r:id="rId3"/>
    <p:sldId id="266" r:id="rId4"/>
    <p:sldId id="267" r:id="rId5"/>
    <p:sldId id="262" r:id="rId6"/>
    <p:sldId id="263" r:id="rId7"/>
    <p:sldId id="256" r:id="rId8"/>
  </p:sldIdLst>
  <p:sldSz cx="2437765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80" userDrawn="1">
          <p15:clr>
            <a:srgbClr val="A4A3A4"/>
          </p15:clr>
        </p15:guide>
        <p15:guide id="2" pos="124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E4BF"/>
    <a:srgbClr val="2A642C"/>
    <a:srgbClr val="AA2020"/>
    <a:srgbClr val="EFAAAA"/>
    <a:srgbClr val="235D7F"/>
    <a:srgbClr val="C3DEEE"/>
    <a:srgbClr val="E15F5F"/>
    <a:srgbClr val="941C1C"/>
    <a:srgbClr val="8FC3E0"/>
    <a:srgbClr val="87CC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96"/>
    <p:restoredTop sz="94464" autoAdjust="0"/>
  </p:normalViewPr>
  <p:slideViewPr>
    <p:cSldViewPr snapToGrid="0">
      <p:cViewPr varScale="1">
        <p:scale>
          <a:sx n="104" d="100"/>
          <a:sy n="104" d="100"/>
        </p:scale>
        <p:origin x="272" y="2016"/>
      </p:cViewPr>
      <p:guideLst>
        <p:guide orient="horz" pos="1480"/>
        <p:guide pos="124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BD7182-DA19-4FE5-B559-0B18254A813E}" type="datetimeFigureOut">
              <a:rPr lang="en-IN" smtClean="0"/>
              <a:t>01/04/26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055813" y="1143000"/>
            <a:ext cx="109696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377A55-2127-4AD2-BAE9-A358B76BD3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007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BE550-B480-30BF-A351-C43F0266E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E28079-7F1E-EF4D-B4F1-9C48623E77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EA3B17-4791-6656-FC2F-F46076FAD8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D3188-0B8A-2692-7A4F-1B38E4477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77A55-2127-4AD2-BAE9-A358B76BD37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096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FEB67-7077-9959-D605-E26A1CCDA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67FFE3-13B2-6669-C6E2-D96C85185F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9964C5-1EAB-D903-0BEE-1DA9BEB47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64E3F-27E7-3AB9-79C6-BBE566DA6C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77A55-2127-4AD2-BAE9-A358B76BD37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146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77A55-2127-4AD2-BAE9-A358B76BD37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219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9FBFD-4CC0-E461-AFC4-D6E6F961A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A9998F-1BD8-D886-D37D-92DD52B16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04E5FF-95D3-835B-1B63-0D40AE0F3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0B4D6-9119-E8F8-A5EB-174BEF5D6D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77A55-2127-4AD2-BAE9-A358B76BD37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504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7206" y="1122363"/>
            <a:ext cx="18283238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7206" y="3602038"/>
            <a:ext cx="1828323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23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833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267" y="1709738"/>
            <a:ext cx="2102572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267" y="4589464"/>
            <a:ext cx="2102572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172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5964" y="1825625"/>
            <a:ext cx="1036050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1185" y="1825625"/>
            <a:ext cx="1036050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711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139" y="365126"/>
            <a:ext cx="21025723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139" y="1681163"/>
            <a:ext cx="103128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139" y="2505075"/>
            <a:ext cx="103128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1186" y="1681163"/>
            <a:ext cx="103636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1186" y="2505075"/>
            <a:ext cx="1036367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4/1/26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57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658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4/1/26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372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140" y="457200"/>
            <a:ext cx="786242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3677" y="987426"/>
            <a:ext cx="1234118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140" y="2057400"/>
            <a:ext cx="786242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280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140" y="457200"/>
            <a:ext cx="786242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63677" y="987426"/>
            <a:ext cx="1234118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140" y="2057400"/>
            <a:ext cx="786242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725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95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5256" y="365125"/>
            <a:ext cx="525643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5963" y="365125"/>
            <a:ext cx="1546457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565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5964" y="365126"/>
            <a:ext cx="2102572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964" y="1825625"/>
            <a:ext cx="2102572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5964" y="6356351"/>
            <a:ext cx="54849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6C458A-B9F0-7F40-B367-E2FC1CC7A48D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5097" y="6356351"/>
            <a:ext cx="82274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16715" y="6356351"/>
            <a:ext cx="54849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66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17CCC-7978-0EB4-AEB7-41C96E722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1379481C-0966-8DD3-2A56-42A7AC5B647A}"/>
              </a:ext>
            </a:extLst>
          </p:cNvPr>
          <p:cNvCxnSpPr>
            <a:cxnSpLocks/>
          </p:cNvCxnSpPr>
          <p:nvPr/>
        </p:nvCxnSpPr>
        <p:spPr>
          <a:xfrm>
            <a:off x="21153165" y="2349500"/>
            <a:ext cx="198278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91D962D5-D8CF-F378-1BAF-B236DC0D74BE}"/>
              </a:ext>
            </a:extLst>
          </p:cNvPr>
          <p:cNvCxnSpPr>
            <a:cxnSpLocks/>
          </p:cNvCxnSpPr>
          <p:nvPr/>
        </p:nvCxnSpPr>
        <p:spPr>
          <a:xfrm>
            <a:off x="21044886" y="5837326"/>
            <a:ext cx="2091062" cy="46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4889C1F-2EC4-7302-BFCA-88FEBE71DEAC}"/>
              </a:ext>
            </a:extLst>
          </p:cNvPr>
          <p:cNvSpPr txBox="1"/>
          <p:nvPr/>
        </p:nvSpPr>
        <p:spPr>
          <a:xfrm>
            <a:off x="1036129" y="2128482"/>
            <a:ext cx="411141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6021C9-3DCA-8B21-C9DC-FB98BD793729}"/>
              </a:ext>
            </a:extLst>
          </p:cNvPr>
          <p:cNvSpPr txBox="1"/>
          <p:nvPr/>
        </p:nvSpPr>
        <p:spPr>
          <a:xfrm>
            <a:off x="1036130" y="3282973"/>
            <a:ext cx="411141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B29470-49C2-BF97-AF95-89E304E2B200}"/>
              </a:ext>
            </a:extLst>
          </p:cNvPr>
          <p:cNvSpPr txBox="1"/>
          <p:nvPr/>
        </p:nvSpPr>
        <p:spPr>
          <a:xfrm>
            <a:off x="1036129" y="4451977"/>
            <a:ext cx="411141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57425C7-7776-8456-AE34-6D537E48B9C4}"/>
              </a:ext>
            </a:extLst>
          </p:cNvPr>
          <p:cNvGrpSpPr/>
          <p:nvPr/>
        </p:nvGrpSpPr>
        <p:grpSpPr>
          <a:xfrm>
            <a:off x="2867309" y="2008149"/>
            <a:ext cx="1976379" cy="683995"/>
            <a:chOff x="2784181" y="2070767"/>
            <a:chExt cx="1976379" cy="683995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934C8F52-8A7C-B6A4-950F-2FF347BFCF85}"/>
                </a:ext>
              </a:extLst>
            </p:cNvPr>
            <p:cNvSpPr/>
            <p:nvPr/>
          </p:nvSpPr>
          <p:spPr>
            <a:xfrm>
              <a:off x="2784181" y="2070767"/>
              <a:ext cx="792000" cy="683995"/>
            </a:xfrm>
            <a:prstGeom prst="round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67C24CB0-B43A-49FD-46F7-EB0980628E8A}"/>
                </a:ext>
              </a:extLst>
            </p:cNvPr>
            <p:cNvSpPr/>
            <p:nvPr/>
          </p:nvSpPr>
          <p:spPr>
            <a:xfrm>
              <a:off x="3752560" y="2070767"/>
              <a:ext cx="1008000" cy="683995"/>
            </a:xfrm>
            <a:prstGeom prst="roundRect">
              <a:avLst/>
            </a:prstGeom>
            <a:solidFill>
              <a:srgbClr val="BEE4BF"/>
            </a:solidFill>
            <a:ln w="25400">
              <a:solidFill>
                <a:srgbClr val="2A642C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IR-PREP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E5BB6E8-F599-29DA-4E4A-DBD9D311BA13}"/>
              </a:ext>
            </a:extLst>
          </p:cNvPr>
          <p:cNvGrpSpPr/>
          <p:nvPr/>
        </p:nvGrpSpPr>
        <p:grpSpPr>
          <a:xfrm>
            <a:off x="5166931" y="1697221"/>
            <a:ext cx="5256558" cy="4731488"/>
            <a:chOff x="5359957" y="1709365"/>
            <a:chExt cx="5256558" cy="4731488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42CF7A01-3B7F-F1B1-F7AC-E4E1BD33DA9D}"/>
                </a:ext>
              </a:extLst>
            </p:cNvPr>
            <p:cNvSpPr/>
            <p:nvPr/>
          </p:nvSpPr>
          <p:spPr>
            <a:xfrm>
              <a:off x="9356236" y="5507472"/>
              <a:ext cx="1152000" cy="683995"/>
            </a:xfrm>
            <a:prstGeom prst="roundRect">
              <a:avLst/>
            </a:prstGeom>
            <a:solidFill>
              <a:srgbClr val="BEE4BF"/>
            </a:solidFill>
            <a:ln w="25400">
              <a:solidFill>
                <a:srgbClr val="2A642C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FREE IOVA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4F4D226C-0AA5-CC9F-4AB4-67E078CE1FFB}"/>
                </a:ext>
              </a:extLst>
            </p:cNvPr>
            <p:cNvSpPr/>
            <p:nvPr/>
          </p:nvSpPr>
          <p:spPr>
            <a:xfrm>
              <a:off x="5359957" y="5507483"/>
              <a:ext cx="3888000" cy="683973"/>
            </a:xfrm>
            <a:prstGeom prst="roundRect">
              <a:avLst/>
            </a:prstGeom>
            <a:solidFill>
              <a:srgbClr val="EFAAAA"/>
            </a:solidFill>
            <a:ln w="25400">
              <a:solidFill>
                <a:srgbClr val="AA202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IR-SUB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3ADD4E4-F2D2-01F4-5FE2-960DA32301C8}"/>
                </a:ext>
              </a:extLst>
            </p:cNvPr>
            <p:cNvCxnSpPr/>
            <p:nvPr/>
          </p:nvCxnSpPr>
          <p:spPr>
            <a:xfrm>
              <a:off x="10616515" y="1709365"/>
              <a:ext cx="0" cy="4731488"/>
            </a:xfrm>
            <a:prstGeom prst="line">
              <a:avLst/>
            </a:prstGeom>
            <a:ln w="22225">
              <a:solidFill>
                <a:schemeClr val="tx1">
                  <a:alpha val="99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EAAA9AE-2FD0-6F7F-9818-EB556B86F665}"/>
              </a:ext>
            </a:extLst>
          </p:cNvPr>
          <p:cNvGrpSpPr/>
          <p:nvPr/>
        </p:nvGrpSpPr>
        <p:grpSpPr>
          <a:xfrm>
            <a:off x="5384704" y="3169154"/>
            <a:ext cx="1976379" cy="683995"/>
            <a:chOff x="2973361" y="2070767"/>
            <a:chExt cx="1976379" cy="683995"/>
          </a:xfrm>
        </p:grpSpPr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DC052E82-C3CE-858F-00EF-F11CFD5A94AA}"/>
                </a:ext>
              </a:extLst>
            </p:cNvPr>
            <p:cNvSpPr/>
            <p:nvPr/>
          </p:nvSpPr>
          <p:spPr>
            <a:xfrm>
              <a:off x="2973361" y="2070767"/>
              <a:ext cx="792000" cy="683995"/>
            </a:xfrm>
            <a:prstGeom prst="round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325D7521-0C4C-9B99-BFA3-66E86398B4DA}"/>
                </a:ext>
              </a:extLst>
            </p:cNvPr>
            <p:cNvSpPr/>
            <p:nvPr/>
          </p:nvSpPr>
          <p:spPr>
            <a:xfrm>
              <a:off x="3941740" y="2070767"/>
              <a:ext cx="1008000" cy="683995"/>
            </a:xfrm>
            <a:prstGeom prst="roundRect">
              <a:avLst/>
            </a:prstGeom>
            <a:solidFill>
              <a:srgbClr val="BEE4BF"/>
            </a:solidFill>
            <a:ln w="25400">
              <a:solidFill>
                <a:srgbClr val="2A642C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IR-PREP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81429E2C-0834-A73B-800A-A20D9E0CC116}"/>
              </a:ext>
            </a:extLst>
          </p:cNvPr>
          <p:cNvGrpSpPr/>
          <p:nvPr/>
        </p:nvGrpSpPr>
        <p:grpSpPr>
          <a:xfrm>
            <a:off x="5556768" y="4328952"/>
            <a:ext cx="1976379" cy="683995"/>
            <a:chOff x="2973361" y="2070767"/>
            <a:chExt cx="1976379" cy="683995"/>
          </a:xfrm>
        </p:grpSpPr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FD3D1668-8AC5-DDFB-AEC4-FADB8607A837}"/>
                </a:ext>
              </a:extLst>
            </p:cNvPr>
            <p:cNvSpPr/>
            <p:nvPr/>
          </p:nvSpPr>
          <p:spPr>
            <a:xfrm>
              <a:off x="2973361" y="2070767"/>
              <a:ext cx="792000" cy="683995"/>
            </a:xfrm>
            <a:prstGeom prst="round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975CDB5B-C7EE-3E74-9911-7A7EDE12FA55}"/>
                </a:ext>
              </a:extLst>
            </p:cNvPr>
            <p:cNvSpPr/>
            <p:nvPr/>
          </p:nvSpPr>
          <p:spPr>
            <a:xfrm>
              <a:off x="3941740" y="2070767"/>
              <a:ext cx="1008000" cy="683995"/>
            </a:xfrm>
            <a:prstGeom prst="roundRect">
              <a:avLst/>
            </a:prstGeom>
            <a:solidFill>
              <a:srgbClr val="BEE4BF"/>
            </a:solidFill>
            <a:ln w="25400">
              <a:solidFill>
                <a:srgbClr val="2A642C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IR-PREP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893FBFF3-DCA4-DEB8-DC6F-B924A2DC9016}"/>
              </a:ext>
            </a:extLst>
          </p:cNvPr>
          <p:cNvGrpSpPr/>
          <p:nvPr/>
        </p:nvGrpSpPr>
        <p:grpSpPr>
          <a:xfrm>
            <a:off x="10531769" y="1697221"/>
            <a:ext cx="5256558" cy="4731488"/>
            <a:chOff x="10531769" y="1697984"/>
            <a:chExt cx="5256558" cy="4731488"/>
          </a:xfrm>
        </p:grpSpPr>
        <p:sp>
          <p:nvSpPr>
            <p:cNvPr id="105" name="Rectangle: Rounded Corners 104">
              <a:extLst>
                <a:ext uri="{FF2B5EF4-FFF2-40B4-BE49-F238E27FC236}">
                  <a16:creationId xmlns:a16="http://schemas.microsoft.com/office/drawing/2014/main" id="{A27A3559-E5CD-61BC-FC9C-938C164ED8D8}"/>
                </a:ext>
              </a:extLst>
            </p:cNvPr>
            <p:cNvSpPr/>
            <p:nvPr/>
          </p:nvSpPr>
          <p:spPr>
            <a:xfrm>
              <a:off x="14528048" y="5496091"/>
              <a:ext cx="1152000" cy="683995"/>
            </a:xfrm>
            <a:prstGeom prst="roundRect">
              <a:avLst/>
            </a:prstGeom>
            <a:solidFill>
              <a:srgbClr val="BEE4BF"/>
            </a:solidFill>
            <a:ln w="25400">
              <a:solidFill>
                <a:srgbClr val="2A642C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FREE IOVA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1,2</a:t>
              </a:r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5F550641-33B1-7396-D7DB-75EBE3EA314A}"/>
                </a:ext>
              </a:extLst>
            </p:cNvPr>
            <p:cNvSpPr/>
            <p:nvPr/>
          </p:nvSpPr>
          <p:spPr>
            <a:xfrm>
              <a:off x="10531769" y="5496102"/>
              <a:ext cx="3888000" cy="683973"/>
            </a:xfrm>
            <a:prstGeom prst="roundRect">
              <a:avLst/>
            </a:prstGeom>
            <a:solidFill>
              <a:srgbClr val="EFAAAA"/>
            </a:solidFill>
            <a:ln w="28575">
              <a:solidFill>
                <a:srgbClr val="AA202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IR-SUB</a:t>
              </a:r>
            </a:p>
          </p:txBody>
        </p: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42AD018A-6403-251B-832B-E227F3FD156E}"/>
                </a:ext>
              </a:extLst>
            </p:cNvPr>
            <p:cNvCxnSpPr/>
            <p:nvPr/>
          </p:nvCxnSpPr>
          <p:spPr>
            <a:xfrm>
              <a:off x="15788327" y="1697984"/>
              <a:ext cx="0" cy="4731488"/>
            </a:xfrm>
            <a:prstGeom prst="line">
              <a:avLst/>
            </a:prstGeom>
            <a:ln w="22225">
              <a:solidFill>
                <a:schemeClr val="tx1">
                  <a:alpha val="99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40250B84-0C95-E5F7-E3C8-CC311A4D1823}"/>
              </a:ext>
            </a:extLst>
          </p:cNvPr>
          <p:cNvCxnSpPr/>
          <p:nvPr/>
        </p:nvCxnSpPr>
        <p:spPr>
          <a:xfrm>
            <a:off x="21153165" y="1697221"/>
            <a:ext cx="0" cy="4731488"/>
          </a:xfrm>
          <a:prstGeom prst="line">
            <a:avLst/>
          </a:prstGeom>
          <a:ln w="22225">
            <a:solidFill>
              <a:schemeClr val="tx1">
                <a:alpha val="99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2864FF03-1113-C932-999E-CB3C83E79980}"/>
              </a:ext>
            </a:extLst>
          </p:cNvPr>
          <p:cNvSpPr/>
          <p:nvPr/>
        </p:nvSpPr>
        <p:spPr>
          <a:xfrm>
            <a:off x="15896607" y="5495339"/>
            <a:ext cx="3888000" cy="683973"/>
          </a:xfrm>
          <a:prstGeom prst="roundRect">
            <a:avLst/>
          </a:prstGeom>
          <a:solidFill>
            <a:srgbClr val="EFAAAA"/>
          </a:solidFill>
          <a:ln w="25400">
            <a:solidFill>
              <a:srgbClr val="AA202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IR-SUB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DD13AB78-562D-2EB0-64EF-B9F3896368FE}"/>
              </a:ext>
            </a:extLst>
          </p:cNvPr>
          <p:cNvSpPr/>
          <p:nvPr/>
        </p:nvSpPr>
        <p:spPr>
          <a:xfrm>
            <a:off x="19892886" y="5495328"/>
            <a:ext cx="1152000" cy="683995"/>
          </a:xfrm>
          <a:prstGeom prst="roundRect">
            <a:avLst/>
          </a:prstGeom>
          <a:solidFill>
            <a:srgbClr val="BEE4BF"/>
          </a:solidFill>
          <a:ln w="25400">
            <a:solidFill>
              <a:srgbClr val="2A642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IOVA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E8C569EB-DBAF-E789-CCBE-99EB120D5063}"/>
              </a:ext>
            </a:extLst>
          </p:cNvPr>
          <p:cNvSpPr/>
          <p:nvPr/>
        </p:nvSpPr>
        <p:spPr>
          <a:xfrm>
            <a:off x="10531769" y="2008149"/>
            <a:ext cx="1008000" cy="683995"/>
          </a:xfrm>
          <a:prstGeom prst="roundRect">
            <a:avLst/>
          </a:prstGeom>
          <a:solidFill>
            <a:srgbClr val="C3DEEE"/>
          </a:solidFill>
          <a:ln w="25400">
            <a:solidFill>
              <a:srgbClr val="235D7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PFN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0BE26D94-55DE-961B-E7E7-99C73E4D390F}"/>
              </a:ext>
            </a:extLst>
          </p:cNvPr>
          <p:cNvSpPr/>
          <p:nvPr/>
        </p:nvSpPr>
        <p:spPr>
          <a:xfrm>
            <a:off x="21261445" y="2008149"/>
            <a:ext cx="1008000" cy="683995"/>
          </a:xfrm>
          <a:prstGeom prst="roundRect">
            <a:avLst/>
          </a:prstGeom>
          <a:solidFill>
            <a:srgbClr val="C3DEEE"/>
          </a:solidFill>
          <a:ln w="25400">
            <a:solidFill>
              <a:srgbClr val="235D7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PFN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13EBA5C5-A33A-18A5-0356-B9123D7F0BF8}"/>
              </a:ext>
            </a:extLst>
          </p:cNvPr>
          <p:cNvGrpSpPr/>
          <p:nvPr/>
        </p:nvGrpSpPr>
        <p:grpSpPr>
          <a:xfrm>
            <a:off x="13485896" y="2010939"/>
            <a:ext cx="1976379" cy="683995"/>
            <a:chOff x="2973361" y="2070767"/>
            <a:chExt cx="1976379" cy="683995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2212B71F-F5D7-2A1B-7030-9F8451260A2E}"/>
                </a:ext>
              </a:extLst>
            </p:cNvPr>
            <p:cNvSpPr/>
            <p:nvPr/>
          </p:nvSpPr>
          <p:spPr>
            <a:xfrm>
              <a:off x="2973361" y="2070767"/>
              <a:ext cx="792000" cy="683995"/>
            </a:xfrm>
            <a:prstGeom prst="round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20" name="Rectangle: Rounded Corners 119">
              <a:extLst>
                <a:ext uri="{FF2B5EF4-FFF2-40B4-BE49-F238E27FC236}">
                  <a16:creationId xmlns:a16="http://schemas.microsoft.com/office/drawing/2014/main" id="{2B0C64D7-248E-85CD-C445-9D91F2865CE2}"/>
                </a:ext>
              </a:extLst>
            </p:cNvPr>
            <p:cNvSpPr/>
            <p:nvPr/>
          </p:nvSpPr>
          <p:spPr>
            <a:xfrm>
              <a:off x="3941740" y="2070767"/>
              <a:ext cx="1008000" cy="683995"/>
            </a:xfrm>
            <a:prstGeom prst="roundRect">
              <a:avLst/>
            </a:prstGeom>
            <a:solidFill>
              <a:srgbClr val="BEE4BF"/>
            </a:solidFill>
            <a:ln w="25400">
              <a:solidFill>
                <a:srgbClr val="2A642C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IR-PREP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122" name="TextBox 121">
            <a:extLst>
              <a:ext uri="{FF2B5EF4-FFF2-40B4-BE49-F238E27FC236}">
                <a16:creationId xmlns:a16="http://schemas.microsoft.com/office/drawing/2014/main" id="{5C9304BA-8510-052B-CECC-198ED0706B8C}"/>
              </a:ext>
            </a:extLst>
          </p:cNvPr>
          <p:cNvSpPr txBox="1"/>
          <p:nvPr/>
        </p:nvSpPr>
        <p:spPr>
          <a:xfrm>
            <a:off x="15294690" y="1476203"/>
            <a:ext cx="411141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4B327125-78D4-F88E-4C80-B0EBFD74DBFB}"/>
              </a:ext>
            </a:extLst>
          </p:cNvPr>
          <p:cNvGrpSpPr/>
          <p:nvPr/>
        </p:nvGrpSpPr>
        <p:grpSpPr>
          <a:xfrm>
            <a:off x="9929851" y="1491485"/>
            <a:ext cx="411142" cy="5222877"/>
            <a:chOff x="9929851" y="1470817"/>
            <a:chExt cx="411142" cy="5222877"/>
          </a:xfrm>
        </p:grpSpPr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53C01127-9F24-44FF-560E-D0B1F9ECCC44}"/>
                </a:ext>
              </a:extLst>
            </p:cNvPr>
            <p:cNvSpPr txBox="1"/>
            <p:nvPr/>
          </p:nvSpPr>
          <p:spPr>
            <a:xfrm>
              <a:off x="9929852" y="1470817"/>
              <a:ext cx="411141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l"/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IN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5D11A202-B3EE-0623-EFEC-3687C7F65484}"/>
                </a:ext>
              </a:extLst>
            </p:cNvPr>
            <p:cNvSpPr txBox="1"/>
            <p:nvPr/>
          </p:nvSpPr>
          <p:spPr>
            <a:xfrm>
              <a:off x="9929851" y="6251659"/>
              <a:ext cx="411141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l"/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IN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BF80226C-729F-9A3A-6A2B-95CDA965F497}"/>
              </a:ext>
            </a:extLst>
          </p:cNvPr>
          <p:cNvSpPr txBox="1"/>
          <p:nvPr/>
        </p:nvSpPr>
        <p:spPr>
          <a:xfrm>
            <a:off x="15294690" y="6251658"/>
            <a:ext cx="411141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A29744C9-5D6E-D46E-DAF2-484B9BB970C8}"/>
              </a:ext>
            </a:extLst>
          </p:cNvPr>
          <p:cNvGrpSpPr/>
          <p:nvPr/>
        </p:nvGrpSpPr>
        <p:grpSpPr>
          <a:xfrm>
            <a:off x="20687255" y="1491485"/>
            <a:ext cx="411142" cy="5222877"/>
            <a:chOff x="9929851" y="1470817"/>
            <a:chExt cx="411142" cy="5222877"/>
          </a:xfrm>
        </p:grpSpPr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62C1A852-5AC9-EBC4-E743-E1ACA40D37DE}"/>
                </a:ext>
              </a:extLst>
            </p:cNvPr>
            <p:cNvSpPr txBox="1"/>
            <p:nvPr/>
          </p:nvSpPr>
          <p:spPr>
            <a:xfrm>
              <a:off x="9929852" y="1470817"/>
              <a:ext cx="411141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l"/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IN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52FBD52A-0190-8F5C-3F92-66A93C06373F}"/>
                </a:ext>
              </a:extLst>
            </p:cNvPr>
            <p:cNvSpPr txBox="1"/>
            <p:nvPr/>
          </p:nvSpPr>
          <p:spPr>
            <a:xfrm>
              <a:off x="9929851" y="6251659"/>
              <a:ext cx="411141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l"/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IN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3448358D-2038-0045-8FA5-39DE0A4BCA7D}"/>
              </a:ext>
            </a:extLst>
          </p:cNvPr>
          <p:cNvCxnSpPr>
            <a:cxnSpLocks/>
          </p:cNvCxnSpPr>
          <p:nvPr/>
        </p:nvCxnSpPr>
        <p:spPr>
          <a:xfrm>
            <a:off x="1967948" y="3511152"/>
            <a:ext cx="34167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9D32EC7F-91CC-EA78-60B0-A3209CFCD7CD}"/>
              </a:ext>
            </a:extLst>
          </p:cNvPr>
          <p:cNvCxnSpPr>
            <a:stCxn id="83" idx="3"/>
            <a:endCxn id="84" idx="1"/>
          </p:cNvCxnSpPr>
          <p:nvPr/>
        </p:nvCxnSpPr>
        <p:spPr>
          <a:xfrm>
            <a:off x="6176704" y="3511152"/>
            <a:ext cx="1763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C08D013B-E013-8E5B-573D-CCBA9597DFC8}"/>
              </a:ext>
            </a:extLst>
          </p:cNvPr>
          <p:cNvCxnSpPr>
            <a:cxnSpLocks/>
          </p:cNvCxnSpPr>
          <p:nvPr/>
        </p:nvCxnSpPr>
        <p:spPr>
          <a:xfrm flipV="1">
            <a:off x="15788327" y="4657837"/>
            <a:ext cx="7347621" cy="13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AA124E16-E584-F684-4554-3EFCB0D251F6}"/>
              </a:ext>
            </a:extLst>
          </p:cNvPr>
          <p:cNvCxnSpPr>
            <a:cxnSpLocks/>
          </p:cNvCxnSpPr>
          <p:nvPr/>
        </p:nvCxnSpPr>
        <p:spPr>
          <a:xfrm flipV="1">
            <a:off x="15788327" y="3503991"/>
            <a:ext cx="7347621" cy="71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7F23F2A0-DEDD-35B0-7B91-72FC20BBB2A4}"/>
              </a:ext>
            </a:extLst>
          </p:cNvPr>
          <p:cNvCxnSpPr>
            <a:cxnSpLocks/>
          </p:cNvCxnSpPr>
          <p:nvPr/>
        </p:nvCxnSpPr>
        <p:spPr>
          <a:xfrm>
            <a:off x="1967948" y="4670950"/>
            <a:ext cx="35888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8DF30A0D-3A1A-11EF-31B3-CABD497C8C2B}"/>
              </a:ext>
            </a:extLst>
          </p:cNvPr>
          <p:cNvCxnSpPr>
            <a:cxnSpLocks/>
          </p:cNvCxnSpPr>
          <p:nvPr/>
        </p:nvCxnSpPr>
        <p:spPr>
          <a:xfrm flipV="1">
            <a:off x="1967948" y="5837326"/>
            <a:ext cx="3198983" cy="4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CB136E62-5329-9EBD-BE81-A7B509A9FAFF}"/>
              </a:ext>
            </a:extLst>
          </p:cNvPr>
          <p:cNvCxnSpPr>
            <a:stCxn id="37" idx="3"/>
            <a:endCxn id="113" idx="1"/>
          </p:cNvCxnSpPr>
          <p:nvPr/>
        </p:nvCxnSpPr>
        <p:spPr>
          <a:xfrm>
            <a:off x="4843688" y="2350147"/>
            <a:ext cx="568808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877EDCF4-8351-305B-0452-49D1FFF2018C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1967948" y="2349500"/>
            <a:ext cx="899361" cy="6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6CF50AE2-C1B3-6F94-9C47-CC9E1129D282}"/>
              </a:ext>
            </a:extLst>
          </p:cNvPr>
          <p:cNvCxnSpPr>
            <a:stCxn id="113" idx="3"/>
            <a:endCxn id="119" idx="1"/>
          </p:cNvCxnSpPr>
          <p:nvPr/>
        </p:nvCxnSpPr>
        <p:spPr>
          <a:xfrm>
            <a:off x="11539769" y="2350147"/>
            <a:ext cx="1946127" cy="27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6AD15CA3-9872-AB37-0AD6-DD748DE9E160}"/>
              </a:ext>
            </a:extLst>
          </p:cNvPr>
          <p:cNvCxnSpPr>
            <a:cxnSpLocks/>
            <a:stCxn id="87" idx="3"/>
          </p:cNvCxnSpPr>
          <p:nvPr/>
        </p:nvCxnSpPr>
        <p:spPr>
          <a:xfrm>
            <a:off x="7533147" y="4670950"/>
            <a:ext cx="8255180" cy="0"/>
          </a:xfrm>
          <a:prstGeom prst="straightConnector1">
            <a:avLst/>
          </a:prstGeom>
          <a:ln w="63500">
            <a:solidFill>
              <a:srgbClr val="AA202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741CCB6B-AFC6-8CD9-70E0-AF41EAA2D375}"/>
              </a:ext>
            </a:extLst>
          </p:cNvPr>
          <p:cNvCxnSpPr>
            <a:cxnSpLocks/>
            <a:stCxn id="84" idx="3"/>
          </p:cNvCxnSpPr>
          <p:nvPr/>
        </p:nvCxnSpPr>
        <p:spPr>
          <a:xfrm>
            <a:off x="7361083" y="3511152"/>
            <a:ext cx="8427244" cy="0"/>
          </a:xfrm>
          <a:prstGeom prst="straightConnector1">
            <a:avLst/>
          </a:prstGeom>
          <a:ln w="63500">
            <a:solidFill>
              <a:srgbClr val="AA2020"/>
            </a:solidFill>
            <a:prstDash val="solid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FD07AFA7-13A2-B249-E2F2-B6E2E1F2EF3E}"/>
              </a:ext>
            </a:extLst>
          </p:cNvPr>
          <p:cNvCxnSpPr>
            <a:cxnSpLocks/>
            <a:stCxn id="120" idx="3"/>
          </p:cNvCxnSpPr>
          <p:nvPr/>
        </p:nvCxnSpPr>
        <p:spPr>
          <a:xfrm>
            <a:off x="15462275" y="2352937"/>
            <a:ext cx="5690890" cy="0"/>
          </a:xfrm>
          <a:prstGeom prst="straightConnector1">
            <a:avLst/>
          </a:prstGeom>
          <a:ln w="63500">
            <a:solidFill>
              <a:srgbClr val="AA202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561D8401-CEDB-534B-2DE9-F92228EB9F22}"/>
              </a:ext>
            </a:extLst>
          </p:cNvPr>
          <p:cNvCxnSpPr>
            <a:stCxn id="35" idx="3"/>
            <a:endCxn id="37" idx="1"/>
          </p:cNvCxnSpPr>
          <p:nvPr/>
        </p:nvCxnSpPr>
        <p:spPr>
          <a:xfrm>
            <a:off x="3659309" y="2350147"/>
            <a:ext cx="1763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E5069073-C928-1AA6-70C9-75CD84EAD875}"/>
              </a:ext>
            </a:extLst>
          </p:cNvPr>
          <p:cNvCxnSpPr>
            <a:stCxn id="86" idx="3"/>
            <a:endCxn id="87" idx="1"/>
          </p:cNvCxnSpPr>
          <p:nvPr/>
        </p:nvCxnSpPr>
        <p:spPr>
          <a:xfrm>
            <a:off x="6348768" y="4670950"/>
            <a:ext cx="1763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EFF5832A-9CB4-047E-8F48-A4320617F1BD}"/>
              </a:ext>
            </a:extLst>
          </p:cNvPr>
          <p:cNvCxnSpPr>
            <a:stCxn id="65" idx="3"/>
            <a:endCxn id="42" idx="1"/>
          </p:cNvCxnSpPr>
          <p:nvPr/>
        </p:nvCxnSpPr>
        <p:spPr>
          <a:xfrm>
            <a:off x="9054931" y="5837326"/>
            <a:ext cx="1082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9F6984F5-B2EE-FD35-C18E-2346CCE0AA4B}"/>
              </a:ext>
            </a:extLst>
          </p:cNvPr>
          <p:cNvCxnSpPr>
            <a:stCxn id="42" idx="3"/>
            <a:endCxn id="106" idx="1"/>
          </p:cNvCxnSpPr>
          <p:nvPr/>
        </p:nvCxnSpPr>
        <p:spPr>
          <a:xfrm>
            <a:off x="10315210" y="5837326"/>
            <a:ext cx="2165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0103EA44-108C-14B1-23FD-372FA42192E0}"/>
              </a:ext>
            </a:extLst>
          </p:cNvPr>
          <p:cNvCxnSpPr>
            <a:stCxn id="106" idx="3"/>
            <a:endCxn id="105" idx="1"/>
          </p:cNvCxnSpPr>
          <p:nvPr/>
        </p:nvCxnSpPr>
        <p:spPr>
          <a:xfrm>
            <a:off x="14419769" y="5837326"/>
            <a:ext cx="1082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8D14AFD9-D5DB-3105-37FB-71D0CF73D189}"/>
              </a:ext>
            </a:extLst>
          </p:cNvPr>
          <p:cNvCxnSpPr>
            <a:stCxn id="105" idx="3"/>
            <a:endCxn id="109" idx="1"/>
          </p:cNvCxnSpPr>
          <p:nvPr/>
        </p:nvCxnSpPr>
        <p:spPr>
          <a:xfrm>
            <a:off x="15680048" y="5837326"/>
            <a:ext cx="2165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0A2BC352-CF3E-B1E8-C2FC-EB901863167A}"/>
              </a:ext>
            </a:extLst>
          </p:cNvPr>
          <p:cNvCxnSpPr>
            <a:stCxn id="109" idx="3"/>
            <a:endCxn id="108" idx="1"/>
          </p:cNvCxnSpPr>
          <p:nvPr/>
        </p:nvCxnSpPr>
        <p:spPr>
          <a:xfrm>
            <a:off x="19784607" y="5837326"/>
            <a:ext cx="1082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0A3704BA-0CDC-11F5-5295-804FFEB1A810}"/>
              </a:ext>
            </a:extLst>
          </p:cNvPr>
          <p:cNvCxnSpPr>
            <a:stCxn id="119" idx="3"/>
            <a:endCxn id="120" idx="1"/>
          </p:cNvCxnSpPr>
          <p:nvPr/>
        </p:nvCxnSpPr>
        <p:spPr>
          <a:xfrm>
            <a:off x="14277896" y="2352937"/>
            <a:ext cx="1763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F4B648DC-A519-3AB8-F1FA-819A4B0DB02F}"/>
              </a:ext>
            </a:extLst>
          </p:cNvPr>
          <p:cNvSpPr/>
          <p:nvPr/>
        </p:nvSpPr>
        <p:spPr>
          <a:xfrm>
            <a:off x="15896607" y="4315839"/>
            <a:ext cx="1008000" cy="683995"/>
          </a:xfrm>
          <a:prstGeom prst="roundRect">
            <a:avLst/>
          </a:prstGeom>
          <a:solidFill>
            <a:srgbClr val="C3DEEE"/>
          </a:solidFill>
          <a:ln w="25400">
            <a:solidFill>
              <a:srgbClr val="235D7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PFN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4EE80879-7930-4FC5-E55C-5D67E3BD3E07}"/>
              </a:ext>
            </a:extLst>
          </p:cNvPr>
          <p:cNvSpPr/>
          <p:nvPr/>
        </p:nvSpPr>
        <p:spPr>
          <a:xfrm>
            <a:off x="15896607" y="3169154"/>
            <a:ext cx="1008000" cy="683995"/>
          </a:xfrm>
          <a:prstGeom prst="roundRect">
            <a:avLst/>
          </a:prstGeom>
          <a:solidFill>
            <a:srgbClr val="C3DEEE"/>
          </a:solidFill>
          <a:ln w="25400">
            <a:solidFill>
              <a:srgbClr val="235D7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PFN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483CFCE0-93C5-2B6A-02B9-6FB0820B2BE9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4843688" y="2350147"/>
            <a:ext cx="5579801" cy="0"/>
          </a:xfrm>
          <a:prstGeom prst="straightConnector1">
            <a:avLst/>
          </a:prstGeom>
          <a:ln w="63500">
            <a:solidFill>
              <a:srgbClr val="AA202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TextBox 207">
            <a:extLst>
              <a:ext uri="{FF2B5EF4-FFF2-40B4-BE49-F238E27FC236}">
                <a16:creationId xmlns:a16="http://schemas.microsoft.com/office/drawing/2014/main" id="{A0B2370D-D1CA-5613-4057-DBA597889DDD}"/>
              </a:ext>
            </a:extLst>
          </p:cNvPr>
          <p:cNvSpPr txBox="1"/>
          <p:nvPr/>
        </p:nvSpPr>
        <p:spPr>
          <a:xfrm>
            <a:off x="6694910" y="1943513"/>
            <a:ext cx="2174816" cy="3804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 till completion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59E7CF3D-4481-B2C3-A894-4AB2657E91B8}"/>
              </a:ext>
            </a:extLst>
          </p:cNvPr>
          <p:cNvSpPr txBox="1"/>
          <p:nvPr/>
        </p:nvSpPr>
        <p:spPr>
          <a:xfrm>
            <a:off x="10627469" y="3085092"/>
            <a:ext cx="2300614" cy="3804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 till completion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93D65148-D5B0-10DD-BF28-0D7F57D11E42}"/>
              </a:ext>
            </a:extLst>
          </p:cNvPr>
          <p:cNvSpPr txBox="1"/>
          <p:nvPr/>
        </p:nvSpPr>
        <p:spPr>
          <a:xfrm>
            <a:off x="10626196" y="4246978"/>
            <a:ext cx="2297565" cy="3804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 till completion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150BAA40-3B89-3D06-6DB2-3A77CD5FF058}"/>
              </a:ext>
            </a:extLst>
          </p:cNvPr>
          <p:cNvSpPr txBox="1"/>
          <p:nvPr/>
        </p:nvSpPr>
        <p:spPr>
          <a:xfrm>
            <a:off x="17440317" y="1943513"/>
            <a:ext cx="2309993" cy="3804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 till completion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4F667F2-2D7E-A8C5-4E89-99F0D368740F}"/>
              </a:ext>
            </a:extLst>
          </p:cNvPr>
          <p:cNvGrpSpPr/>
          <p:nvPr/>
        </p:nvGrpSpPr>
        <p:grpSpPr>
          <a:xfrm>
            <a:off x="4215547" y="667093"/>
            <a:ext cx="15946556" cy="684000"/>
            <a:chOff x="3277174" y="679450"/>
            <a:chExt cx="15946556" cy="684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F3B9D49-6DB9-FF66-C5B3-22B7D35A053E}"/>
                </a:ext>
              </a:extLst>
            </p:cNvPr>
            <p:cNvSpPr/>
            <p:nvPr/>
          </p:nvSpPr>
          <p:spPr>
            <a:xfrm>
              <a:off x="3277174" y="679450"/>
              <a:ext cx="15946556" cy="684000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1BA1F01-C81B-0BDC-F75B-598CB5BF8077}"/>
                </a:ext>
              </a:extLst>
            </p:cNvPr>
            <p:cNvGrpSpPr/>
            <p:nvPr/>
          </p:nvGrpSpPr>
          <p:grpSpPr>
            <a:xfrm>
              <a:off x="3462433" y="825760"/>
              <a:ext cx="3076609" cy="380480"/>
              <a:chOff x="3815975" y="841637"/>
              <a:chExt cx="3076609" cy="380480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84BACB-320E-E38F-7CEF-7A5B77D4D9C3}"/>
                  </a:ext>
                </a:extLst>
              </p:cNvPr>
              <p:cNvSpPr txBox="1"/>
              <p:nvPr/>
            </p:nvSpPr>
            <p:spPr>
              <a:xfrm>
                <a:off x="4645218" y="841637"/>
                <a:ext cx="2247366" cy="380480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l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IOMMU Subsystem</a:t>
                </a:r>
              </a:p>
            </p:txBody>
          </p:sp>
          <p:sp>
            <p:nvSpPr>
              <p:cNvPr id="5" name="Rectangle: Rounded Corners 193">
                <a:extLst>
                  <a:ext uri="{FF2B5EF4-FFF2-40B4-BE49-F238E27FC236}">
                    <a16:creationId xmlns:a16="http://schemas.microsoft.com/office/drawing/2014/main" id="{F2DA4DA0-10D3-E860-618C-B7BEEC1F7D5D}"/>
                  </a:ext>
                </a:extLst>
              </p:cNvPr>
              <p:cNvSpPr/>
              <p:nvPr/>
            </p:nvSpPr>
            <p:spPr>
              <a:xfrm>
                <a:off x="3815975" y="858125"/>
                <a:ext cx="829244" cy="347504"/>
              </a:xfrm>
              <a:prstGeom prst="roundRect">
                <a:avLst/>
              </a:prstGeom>
              <a:solidFill>
                <a:srgbClr val="BEE4BF"/>
              </a:solidFill>
              <a:ln w="28575">
                <a:solidFill>
                  <a:srgbClr val="2A642C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1AFD5CE-489F-95EF-7E4D-2B8E59AAF0EB}"/>
                </a:ext>
              </a:extLst>
            </p:cNvPr>
            <p:cNvGrpSpPr/>
            <p:nvPr/>
          </p:nvGrpSpPr>
          <p:grpSpPr>
            <a:xfrm>
              <a:off x="10555724" y="845995"/>
              <a:ext cx="2162650" cy="380480"/>
              <a:chOff x="11373470" y="834638"/>
              <a:chExt cx="2162650" cy="380480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019E619-F231-4D25-25C1-FA36C3C9732A}"/>
                  </a:ext>
                </a:extLst>
              </p:cNvPr>
              <p:cNvSpPr txBox="1"/>
              <p:nvPr/>
            </p:nvSpPr>
            <p:spPr>
              <a:xfrm>
                <a:off x="12197654" y="834638"/>
                <a:ext cx="1338466" cy="380480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l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NIC Driver</a:t>
                </a:r>
              </a:p>
            </p:txBody>
          </p:sp>
          <p:sp>
            <p:nvSpPr>
              <p:cNvPr id="8" name="Rectangle: Rounded Corners 194">
                <a:extLst>
                  <a:ext uri="{FF2B5EF4-FFF2-40B4-BE49-F238E27FC236}">
                    <a16:creationId xmlns:a16="http://schemas.microsoft.com/office/drawing/2014/main" id="{193A3C35-4278-B231-CBCB-7B3DC849C963}"/>
                  </a:ext>
                </a:extLst>
              </p:cNvPr>
              <p:cNvSpPr/>
              <p:nvPr/>
            </p:nvSpPr>
            <p:spPr>
              <a:xfrm>
                <a:off x="11373470" y="851126"/>
                <a:ext cx="829244" cy="347504"/>
              </a:xfrm>
              <a:prstGeom prst="roundRect">
                <a:avLst/>
              </a:prstGeom>
              <a:solidFill>
                <a:srgbClr val="C3DEEE"/>
              </a:solidFill>
              <a:ln w="25400">
                <a:solidFill>
                  <a:srgbClr val="235D7F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DAB3DB2-83D2-D220-0B8E-0F64D9D5D64E}"/>
                </a:ext>
              </a:extLst>
            </p:cNvPr>
            <p:cNvGrpSpPr/>
            <p:nvPr/>
          </p:nvGrpSpPr>
          <p:grpSpPr>
            <a:xfrm>
              <a:off x="6788397" y="845995"/>
              <a:ext cx="3517972" cy="380480"/>
              <a:chOff x="7592192" y="837119"/>
              <a:chExt cx="3517972" cy="380480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209B6E9-E88B-BC61-7D2B-49ED8908BE7B}"/>
                  </a:ext>
                </a:extLst>
              </p:cNvPr>
              <p:cNvSpPr txBox="1"/>
              <p:nvPr/>
            </p:nvSpPr>
            <p:spPr>
              <a:xfrm>
                <a:off x="8421435" y="837119"/>
                <a:ext cx="2688729" cy="380480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l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VM Exit + IOMMU HW</a:t>
                </a:r>
              </a:p>
            </p:txBody>
          </p:sp>
          <p:sp>
            <p:nvSpPr>
              <p:cNvPr id="12" name="Rectangle: Rounded Corners 195">
                <a:extLst>
                  <a:ext uri="{FF2B5EF4-FFF2-40B4-BE49-F238E27FC236}">
                    <a16:creationId xmlns:a16="http://schemas.microsoft.com/office/drawing/2014/main" id="{C0E59F19-AD74-DD6F-379D-E71E87AD4DAF}"/>
                  </a:ext>
                </a:extLst>
              </p:cNvPr>
              <p:cNvSpPr/>
              <p:nvPr/>
            </p:nvSpPr>
            <p:spPr>
              <a:xfrm>
                <a:off x="7592192" y="853607"/>
                <a:ext cx="829244" cy="347504"/>
              </a:xfrm>
              <a:prstGeom prst="roundRect">
                <a:avLst/>
              </a:prstGeom>
              <a:solidFill>
                <a:srgbClr val="EFAAAA"/>
              </a:solidFill>
              <a:ln w="25400">
                <a:solidFill>
                  <a:srgbClr val="AA202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E35F5A1-B844-5272-55F0-2665B0CB82E1}"/>
                </a:ext>
              </a:extLst>
            </p:cNvPr>
            <p:cNvGrpSpPr/>
            <p:nvPr/>
          </p:nvGrpSpPr>
          <p:grpSpPr>
            <a:xfrm>
              <a:off x="12967729" y="845995"/>
              <a:ext cx="3323224" cy="380480"/>
              <a:chOff x="15145873" y="841637"/>
              <a:chExt cx="3323224" cy="380480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E427622-2BB7-EBDE-F01E-2A3C5F716F6B}"/>
                  </a:ext>
                </a:extLst>
              </p:cNvPr>
              <p:cNvSpPr txBox="1"/>
              <p:nvPr/>
            </p:nvSpPr>
            <p:spPr>
              <a:xfrm>
                <a:off x="15973872" y="841637"/>
                <a:ext cx="2495225" cy="380480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l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Wait</a:t>
                </a: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446BA7C2-4898-9E88-E3A1-10FA637F8A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145873" y="1031877"/>
                <a:ext cx="828000" cy="0"/>
              </a:xfrm>
              <a:prstGeom prst="straightConnector1">
                <a:avLst/>
              </a:prstGeom>
              <a:ln w="57150">
                <a:solidFill>
                  <a:srgbClr val="AA2020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E0312A7-F76C-F1A7-41A8-359A6AA6EEB9}"/>
                </a:ext>
              </a:extLst>
            </p:cNvPr>
            <p:cNvGrpSpPr/>
            <p:nvPr/>
          </p:nvGrpSpPr>
          <p:grpSpPr>
            <a:xfrm>
              <a:off x="17230135" y="845995"/>
              <a:ext cx="1887088" cy="380480"/>
              <a:chOff x="18869139" y="828153"/>
              <a:chExt cx="1887088" cy="380480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2D79FFF-F010-6D1E-806B-E1097562CD07}"/>
                  </a:ext>
                </a:extLst>
              </p:cNvPr>
              <p:cNvSpPr txBox="1"/>
              <p:nvPr/>
            </p:nvSpPr>
            <p:spPr>
              <a:xfrm>
                <a:off x="19750089" y="828153"/>
                <a:ext cx="1006138" cy="380480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l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Timeline</a:t>
                </a:r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0B0D348-2E9F-3AA1-1F9A-1308E6E8B5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69139" y="1018393"/>
                <a:ext cx="82800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EFD8433-412B-BF28-AED0-5949CBAE963A}"/>
                </a:ext>
              </a:extLst>
            </p:cNvPr>
            <p:cNvGrpSpPr/>
            <p:nvPr/>
          </p:nvGrpSpPr>
          <p:grpSpPr>
            <a:xfrm>
              <a:off x="14612645" y="845995"/>
              <a:ext cx="2368136" cy="380480"/>
              <a:chOff x="18869139" y="828153"/>
              <a:chExt cx="2368136" cy="380480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D8E6418-D3F4-1641-0275-4DCD2A2CFA88}"/>
                  </a:ext>
                </a:extLst>
              </p:cNvPr>
              <p:cNvSpPr txBox="1"/>
              <p:nvPr/>
            </p:nvSpPr>
            <p:spPr>
              <a:xfrm>
                <a:off x="19750089" y="828153"/>
                <a:ext cx="1487186" cy="380480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l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Coordination</a:t>
                </a: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5E005B2F-DBD8-8099-E9A4-AA181DC690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69139" y="1018393"/>
                <a:ext cx="828000" cy="0"/>
              </a:xfrm>
              <a:prstGeom prst="line">
                <a:avLst/>
              </a:prstGeom>
              <a:ln>
                <a:solidFill>
                  <a:schemeClr val="bg2">
                    <a:lumMod val="50000"/>
                  </a:schemeClr>
                </a:solidFill>
                <a:prstDash val="sysDash"/>
                <a:tailEnd type="stealth" w="lg" len="lg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BE9FFED-022C-6AEF-19EA-B41069F0E5A0}"/>
              </a:ext>
            </a:extLst>
          </p:cNvPr>
          <p:cNvCxnSpPr>
            <a:cxnSpLocks/>
            <a:stCxn id="37" idx="3"/>
            <a:endCxn id="65" idx="1"/>
          </p:cNvCxnSpPr>
          <p:nvPr/>
        </p:nvCxnSpPr>
        <p:spPr>
          <a:xfrm>
            <a:off x="4843688" y="2350147"/>
            <a:ext cx="323243" cy="3487179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prstDash val="sys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2">
            <a:extLst>
              <a:ext uri="{FF2B5EF4-FFF2-40B4-BE49-F238E27FC236}">
                <a16:creationId xmlns:a16="http://schemas.microsoft.com/office/drawing/2014/main" id="{049F5991-F4AB-D9E0-BA09-F6752B117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843" y="5012947"/>
            <a:ext cx="285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⋮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7858C8B-D6D7-DE84-BA40-FC550137A67E}"/>
              </a:ext>
            </a:extLst>
          </p:cNvPr>
          <p:cNvSpPr txBox="1"/>
          <p:nvPr/>
        </p:nvSpPr>
        <p:spPr>
          <a:xfrm>
            <a:off x="1052807" y="5565501"/>
            <a:ext cx="525304" cy="50359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Ĉ</a:t>
            </a:r>
            <a:endParaRPr lang="en-IN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264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34E65-029D-0098-F183-4A0DB2B9A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roup 167">
            <a:extLst>
              <a:ext uri="{FF2B5EF4-FFF2-40B4-BE49-F238E27FC236}">
                <a16:creationId xmlns:a16="http://schemas.microsoft.com/office/drawing/2014/main" id="{475450D9-9A2F-42ED-B330-A61E3B40CDF4}"/>
              </a:ext>
            </a:extLst>
          </p:cNvPr>
          <p:cNvGrpSpPr/>
          <p:nvPr/>
        </p:nvGrpSpPr>
        <p:grpSpPr>
          <a:xfrm>
            <a:off x="1036129" y="667093"/>
            <a:ext cx="22468381" cy="6190907"/>
            <a:chOff x="1036129" y="667093"/>
            <a:chExt cx="22468381" cy="6190907"/>
          </a:xfrm>
        </p:grpSpPr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EBE266CA-2AA6-0767-F4B9-690CAE3D51E0}"/>
                </a:ext>
              </a:extLst>
            </p:cNvPr>
            <p:cNvGrpSpPr/>
            <p:nvPr/>
          </p:nvGrpSpPr>
          <p:grpSpPr>
            <a:xfrm>
              <a:off x="1036129" y="667093"/>
              <a:ext cx="22468381" cy="6190907"/>
              <a:chOff x="1036129" y="667093"/>
              <a:chExt cx="22468381" cy="6190907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55131AEE-7F5D-1741-DCAD-7EF9E1DC6F23}"/>
                  </a:ext>
                </a:extLst>
              </p:cNvPr>
              <p:cNvCxnSpPr>
                <a:cxnSpLocks/>
                <a:stCxn id="87" idx="3"/>
              </p:cNvCxnSpPr>
              <p:nvPr/>
            </p:nvCxnSpPr>
            <p:spPr>
              <a:xfrm flipV="1">
                <a:off x="7038873" y="4669366"/>
                <a:ext cx="9565343" cy="158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F4ABF111-9746-FE93-DB1E-77B5F17351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7948" y="5837326"/>
                <a:ext cx="3198983" cy="467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9CF2DB7C-7540-733E-BA80-1F03CDC3EE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44886" y="5837326"/>
                <a:ext cx="245962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56C3A4E-0571-8CA0-062C-1081647BBD5E}"/>
                  </a:ext>
                </a:extLst>
              </p:cNvPr>
              <p:cNvSpPr txBox="1"/>
              <p:nvPr/>
            </p:nvSpPr>
            <p:spPr>
              <a:xfrm>
                <a:off x="1036129" y="2128482"/>
                <a:ext cx="411141" cy="442035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l"/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sz="3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3009B8A-67FA-D498-BC07-800F35B8DF74}"/>
                  </a:ext>
                </a:extLst>
              </p:cNvPr>
              <p:cNvSpPr txBox="1"/>
              <p:nvPr/>
            </p:nvSpPr>
            <p:spPr>
              <a:xfrm>
                <a:off x="1036130" y="3282973"/>
                <a:ext cx="411141" cy="442035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l"/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sz="3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6BEF1AD-8E76-531A-2039-D432CD5532FB}"/>
                  </a:ext>
                </a:extLst>
              </p:cNvPr>
              <p:cNvSpPr txBox="1"/>
              <p:nvPr/>
            </p:nvSpPr>
            <p:spPr>
              <a:xfrm>
                <a:off x="1036129" y="4451977"/>
                <a:ext cx="411141" cy="442035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l"/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sz="3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A08CAEB2-3A8E-F6DE-1FFF-56CC50A93F9F}"/>
                  </a:ext>
                </a:extLst>
              </p:cNvPr>
              <p:cNvGrpSpPr/>
              <p:nvPr/>
            </p:nvGrpSpPr>
            <p:grpSpPr>
              <a:xfrm>
                <a:off x="4376089" y="5495328"/>
                <a:ext cx="5148279" cy="683995"/>
                <a:chOff x="5359957" y="5507472"/>
                <a:chExt cx="5148279" cy="683995"/>
              </a:xfrm>
            </p:grpSpPr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EEB17E2B-8B7C-9D85-12D5-6360E768E733}"/>
                    </a:ext>
                  </a:extLst>
                </p:cNvPr>
                <p:cNvSpPr/>
                <p:nvPr/>
              </p:nvSpPr>
              <p:spPr>
                <a:xfrm>
                  <a:off x="9356236" y="5507472"/>
                  <a:ext cx="1152000" cy="683995"/>
                </a:xfrm>
                <a:prstGeom prst="roundRect">
                  <a:avLst/>
                </a:prstGeom>
                <a:solidFill>
                  <a:srgbClr val="BEE4BF"/>
                </a:solidFill>
                <a:ln w="25400">
                  <a:solidFill>
                    <a:srgbClr val="2A642C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IN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FREE IOVA</a:t>
                  </a:r>
                  <a:r>
                    <a:rPr lang="en-IN" sz="24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</a:p>
              </p:txBody>
            </p:sp>
            <p:sp>
              <p:nvSpPr>
                <p:cNvPr id="65" name="Rectangle: Rounded Corners 64">
                  <a:extLst>
                    <a:ext uri="{FF2B5EF4-FFF2-40B4-BE49-F238E27FC236}">
                      <a16:creationId xmlns:a16="http://schemas.microsoft.com/office/drawing/2014/main" id="{F62B8A4F-E624-910D-DB01-588A86CCC0F6}"/>
                    </a:ext>
                  </a:extLst>
                </p:cNvPr>
                <p:cNvSpPr/>
                <p:nvPr/>
              </p:nvSpPr>
              <p:spPr>
                <a:xfrm>
                  <a:off x="5359957" y="5507483"/>
                  <a:ext cx="3888000" cy="683973"/>
                </a:xfrm>
                <a:prstGeom prst="roundRect">
                  <a:avLst/>
                </a:prstGeom>
                <a:solidFill>
                  <a:srgbClr val="EFAAAA"/>
                </a:solidFill>
                <a:ln w="25400">
                  <a:solidFill>
                    <a:srgbClr val="AA202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IR-SUB</a:t>
                  </a:r>
                </a:p>
              </p:txBody>
            </p:sp>
          </p:grp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A2F6AA42-54B2-2CEB-6290-940878C1A094}"/>
                  </a:ext>
                </a:extLst>
              </p:cNvPr>
              <p:cNvGrpSpPr/>
              <p:nvPr/>
            </p:nvGrpSpPr>
            <p:grpSpPr>
              <a:xfrm>
                <a:off x="4890430" y="3169154"/>
                <a:ext cx="1976379" cy="683995"/>
                <a:chOff x="2973361" y="2070767"/>
                <a:chExt cx="1976379" cy="683995"/>
              </a:xfrm>
            </p:grpSpPr>
            <p:sp>
              <p:nvSpPr>
                <p:cNvPr id="83" name="Rectangle: Rounded Corners 82">
                  <a:extLst>
                    <a:ext uri="{FF2B5EF4-FFF2-40B4-BE49-F238E27FC236}">
                      <a16:creationId xmlns:a16="http://schemas.microsoft.com/office/drawing/2014/main" id="{E30A152A-54D1-C5B6-8364-8C99EDA0AF83}"/>
                    </a:ext>
                  </a:extLst>
                </p:cNvPr>
                <p:cNvSpPr/>
                <p:nvPr/>
              </p:nvSpPr>
              <p:spPr>
                <a:xfrm>
                  <a:off x="2973361" y="2070767"/>
                  <a:ext cx="792000" cy="683995"/>
                </a:xfrm>
                <a:prstGeom prst="roundRect">
                  <a:avLst/>
                </a:prstGeom>
                <a:ln w="254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U</a:t>
                  </a:r>
                  <a:r>
                    <a:rPr lang="en-IN" sz="24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84" name="Rectangle: Rounded Corners 83">
                  <a:extLst>
                    <a:ext uri="{FF2B5EF4-FFF2-40B4-BE49-F238E27FC236}">
                      <a16:creationId xmlns:a16="http://schemas.microsoft.com/office/drawing/2014/main" id="{E5A7920F-76D0-312D-01FC-9777572B6BC0}"/>
                    </a:ext>
                  </a:extLst>
                </p:cNvPr>
                <p:cNvSpPr/>
                <p:nvPr/>
              </p:nvSpPr>
              <p:spPr>
                <a:xfrm>
                  <a:off x="3941740" y="2070767"/>
                  <a:ext cx="1008000" cy="683995"/>
                </a:xfrm>
                <a:prstGeom prst="roundRect">
                  <a:avLst/>
                </a:prstGeom>
                <a:solidFill>
                  <a:srgbClr val="BEE4BF"/>
                </a:solidFill>
                <a:ln w="25400">
                  <a:solidFill>
                    <a:srgbClr val="2A642C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IN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IR-PREP</a:t>
                  </a:r>
                  <a:r>
                    <a:rPr lang="en-IN" sz="24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</p:grp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9C2130EF-F2DD-F519-DFB7-45BCBC30CC08}"/>
                  </a:ext>
                </a:extLst>
              </p:cNvPr>
              <p:cNvGrpSpPr/>
              <p:nvPr/>
            </p:nvGrpSpPr>
            <p:grpSpPr>
              <a:xfrm>
                <a:off x="5062494" y="4328952"/>
                <a:ext cx="1976379" cy="683995"/>
                <a:chOff x="2973361" y="2070767"/>
                <a:chExt cx="1976379" cy="683995"/>
              </a:xfrm>
            </p:grpSpPr>
            <p:sp>
              <p:nvSpPr>
                <p:cNvPr id="86" name="Rectangle: Rounded Corners 85">
                  <a:extLst>
                    <a:ext uri="{FF2B5EF4-FFF2-40B4-BE49-F238E27FC236}">
                      <a16:creationId xmlns:a16="http://schemas.microsoft.com/office/drawing/2014/main" id="{7CEAD17C-63B4-24CC-ABDD-C8BF25209335}"/>
                    </a:ext>
                  </a:extLst>
                </p:cNvPr>
                <p:cNvSpPr/>
                <p:nvPr/>
              </p:nvSpPr>
              <p:spPr>
                <a:xfrm>
                  <a:off x="2973361" y="2070767"/>
                  <a:ext cx="792000" cy="683995"/>
                </a:xfrm>
                <a:prstGeom prst="roundRect">
                  <a:avLst/>
                </a:prstGeom>
                <a:ln w="254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U</a:t>
                  </a:r>
                  <a:r>
                    <a:rPr lang="en-IN" sz="24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87" name="Rectangle: Rounded Corners 86">
                  <a:extLst>
                    <a:ext uri="{FF2B5EF4-FFF2-40B4-BE49-F238E27FC236}">
                      <a16:creationId xmlns:a16="http://schemas.microsoft.com/office/drawing/2014/main" id="{10B0CC4B-7904-B428-EA09-D57E5E853472}"/>
                    </a:ext>
                  </a:extLst>
                </p:cNvPr>
                <p:cNvSpPr/>
                <p:nvPr/>
              </p:nvSpPr>
              <p:spPr>
                <a:xfrm>
                  <a:off x="3941740" y="2070767"/>
                  <a:ext cx="1008000" cy="683995"/>
                </a:xfrm>
                <a:prstGeom prst="roundRect">
                  <a:avLst/>
                </a:prstGeom>
                <a:solidFill>
                  <a:srgbClr val="BEE4BF"/>
                </a:solidFill>
                <a:ln w="25400">
                  <a:solidFill>
                    <a:srgbClr val="2A642C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IN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IR-PREP</a:t>
                  </a:r>
                  <a:r>
                    <a:rPr lang="en-IN" sz="24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</p:grp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6DC582CD-3C59-F20A-4EF9-5790D82C3965}"/>
                  </a:ext>
                </a:extLst>
              </p:cNvPr>
              <p:cNvGrpSpPr/>
              <p:nvPr/>
            </p:nvGrpSpPr>
            <p:grpSpPr>
              <a:xfrm>
                <a:off x="10911523" y="5495327"/>
                <a:ext cx="5421761" cy="683995"/>
                <a:chOff x="10531769" y="5496091"/>
                <a:chExt cx="5421761" cy="683995"/>
              </a:xfrm>
            </p:grpSpPr>
            <p:sp>
              <p:nvSpPr>
                <p:cNvPr id="105" name="Rectangle: Rounded Corners 104">
                  <a:extLst>
                    <a:ext uri="{FF2B5EF4-FFF2-40B4-BE49-F238E27FC236}">
                      <a16:creationId xmlns:a16="http://schemas.microsoft.com/office/drawing/2014/main" id="{09476678-E593-CE7C-BD9D-58ABE88C9CC3}"/>
                    </a:ext>
                  </a:extLst>
                </p:cNvPr>
                <p:cNvSpPr/>
                <p:nvPr/>
              </p:nvSpPr>
              <p:spPr>
                <a:xfrm>
                  <a:off x="14528048" y="5496091"/>
                  <a:ext cx="1425482" cy="683995"/>
                </a:xfrm>
                <a:prstGeom prst="roundRect">
                  <a:avLst/>
                </a:prstGeom>
                <a:solidFill>
                  <a:srgbClr val="BEE4BF"/>
                </a:solidFill>
                <a:ln w="25400">
                  <a:solidFill>
                    <a:srgbClr val="2A642C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IN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FREE IOVA</a:t>
                  </a:r>
                  <a:r>
                    <a:rPr lang="en-IN" sz="24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1,2,3,4</a:t>
                  </a:r>
                </a:p>
              </p:txBody>
            </p:sp>
            <p:sp>
              <p:nvSpPr>
                <p:cNvPr id="106" name="Rectangle: Rounded Corners 105">
                  <a:extLst>
                    <a:ext uri="{FF2B5EF4-FFF2-40B4-BE49-F238E27FC236}">
                      <a16:creationId xmlns:a16="http://schemas.microsoft.com/office/drawing/2014/main" id="{DA7BB6CD-65CE-B18C-CDE5-622EE463589A}"/>
                    </a:ext>
                  </a:extLst>
                </p:cNvPr>
                <p:cNvSpPr/>
                <p:nvPr/>
              </p:nvSpPr>
              <p:spPr>
                <a:xfrm>
                  <a:off x="10531769" y="5496102"/>
                  <a:ext cx="3888000" cy="683973"/>
                </a:xfrm>
                <a:prstGeom prst="roundRect">
                  <a:avLst/>
                </a:prstGeom>
                <a:solidFill>
                  <a:srgbClr val="EFAAAA"/>
                </a:solidFill>
                <a:ln w="28575">
                  <a:solidFill>
                    <a:srgbClr val="AA202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IR-SUB</a:t>
                  </a:r>
                </a:p>
              </p:txBody>
            </p:sp>
          </p:grpSp>
          <p:sp>
            <p:nvSpPr>
              <p:cNvPr id="113" name="Rectangle: Rounded Corners 112">
                <a:extLst>
                  <a:ext uri="{FF2B5EF4-FFF2-40B4-BE49-F238E27FC236}">
                    <a16:creationId xmlns:a16="http://schemas.microsoft.com/office/drawing/2014/main" id="{DAE97233-8E36-AC84-D98B-4D34356F1BCB}"/>
                  </a:ext>
                </a:extLst>
              </p:cNvPr>
              <p:cNvSpPr/>
              <p:nvPr/>
            </p:nvSpPr>
            <p:spPr>
              <a:xfrm>
                <a:off x="9732744" y="2008149"/>
                <a:ext cx="1008000" cy="683995"/>
              </a:xfrm>
              <a:prstGeom prst="roundRect">
                <a:avLst/>
              </a:prstGeom>
              <a:solidFill>
                <a:srgbClr val="BEE4BF"/>
              </a:solidFill>
              <a:ln w="25400">
                <a:solidFill>
                  <a:srgbClr val="2A642C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80000"/>
                  </a:lnSpc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FREE PFN</a:t>
                </a:r>
                <a:r>
                  <a:rPr lang="en-IN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118" name="Group 117">
                <a:extLst>
                  <a:ext uri="{FF2B5EF4-FFF2-40B4-BE49-F238E27FC236}">
                    <a16:creationId xmlns:a16="http://schemas.microsoft.com/office/drawing/2014/main" id="{56750B99-37A8-9C9A-CFC9-6AEEECA3DB2C}"/>
                  </a:ext>
                </a:extLst>
              </p:cNvPr>
              <p:cNvGrpSpPr/>
              <p:nvPr/>
            </p:nvGrpSpPr>
            <p:grpSpPr>
              <a:xfrm>
                <a:off x="13485896" y="2010939"/>
                <a:ext cx="1976379" cy="683995"/>
                <a:chOff x="2973361" y="2070767"/>
                <a:chExt cx="1976379" cy="683995"/>
              </a:xfrm>
            </p:grpSpPr>
            <p:sp>
              <p:nvSpPr>
                <p:cNvPr id="119" name="Rectangle: Rounded Corners 118">
                  <a:extLst>
                    <a:ext uri="{FF2B5EF4-FFF2-40B4-BE49-F238E27FC236}">
                      <a16:creationId xmlns:a16="http://schemas.microsoft.com/office/drawing/2014/main" id="{9D78CE14-840E-1553-9CEE-C29A494EE79F}"/>
                    </a:ext>
                  </a:extLst>
                </p:cNvPr>
                <p:cNvSpPr/>
                <p:nvPr/>
              </p:nvSpPr>
              <p:spPr>
                <a:xfrm>
                  <a:off x="2973361" y="2070767"/>
                  <a:ext cx="792000" cy="683995"/>
                </a:xfrm>
                <a:prstGeom prst="roundRect">
                  <a:avLst/>
                </a:prstGeom>
                <a:ln w="254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U</a:t>
                  </a:r>
                  <a:r>
                    <a:rPr lang="en-IN" sz="24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7</a:t>
                  </a:r>
                </a:p>
              </p:txBody>
            </p:sp>
            <p:sp>
              <p:nvSpPr>
                <p:cNvPr id="120" name="Rectangle: Rounded Corners 119">
                  <a:extLst>
                    <a:ext uri="{FF2B5EF4-FFF2-40B4-BE49-F238E27FC236}">
                      <a16:creationId xmlns:a16="http://schemas.microsoft.com/office/drawing/2014/main" id="{94029B8E-447D-4FD5-C63D-8BC35B1489CA}"/>
                    </a:ext>
                  </a:extLst>
                </p:cNvPr>
                <p:cNvSpPr/>
                <p:nvPr/>
              </p:nvSpPr>
              <p:spPr>
                <a:xfrm>
                  <a:off x="3941740" y="2070767"/>
                  <a:ext cx="1008000" cy="683995"/>
                </a:xfrm>
                <a:prstGeom prst="roundRect">
                  <a:avLst/>
                </a:prstGeom>
                <a:solidFill>
                  <a:srgbClr val="BEE4BF"/>
                </a:solidFill>
                <a:ln w="25400">
                  <a:solidFill>
                    <a:srgbClr val="2A642C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IN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IR-PREP</a:t>
                  </a:r>
                  <a:r>
                    <a:rPr lang="en-IN" sz="24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7</a:t>
                  </a:r>
                </a:p>
              </p:txBody>
            </p:sp>
          </p:grp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7E228BF4-6BE2-9DD0-315E-700D27F4EABB}"/>
                  </a:ext>
                </a:extLst>
              </p:cNvPr>
              <p:cNvCxnSpPr>
                <a:cxnSpLocks/>
                <a:endCxn id="83" idx="1"/>
              </p:cNvCxnSpPr>
              <p:nvPr/>
            </p:nvCxnSpPr>
            <p:spPr>
              <a:xfrm>
                <a:off x="1967948" y="3511152"/>
                <a:ext cx="292248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364D992C-BB9D-116D-999D-3077BAB1FF9A}"/>
                  </a:ext>
                </a:extLst>
              </p:cNvPr>
              <p:cNvCxnSpPr>
                <a:stCxn id="83" idx="3"/>
                <a:endCxn id="84" idx="1"/>
              </p:cNvCxnSpPr>
              <p:nvPr/>
            </p:nvCxnSpPr>
            <p:spPr>
              <a:xfrm>
                <a:off x="5682430" y="3511152"/>
                <a:ext cx="17637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D2614304-8FEE-EF80-AE8E-1111436698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04607" y="4657837"/>
                <a:ext cx="659990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0B034F7B-EA44-8CE6-27AE-5A837E1225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04607" y="3511152"/>
                <a:ext cx="6599903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EB450F30-6F63-51A0-4808-0B677A1F69DE}"/>
                  </a:ext>
                </a:extLst>
              </p:cNvPr>
              <p:cNvCxnSpPr>
                <a:cxnSpLocks/>
                <a:endCxn id="86" idx="1"/>
              </p:cNvCxnSpPr>
              <p:nvPr/>
            </p:nvCxnSpPr>
            <p:spPr>
              <a:xfrm>
                <a:off x="1967948" y="4670950"/>
                <a:ext cx="3094546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5D304A7A-AE16-A8F9-D1C7-E63DE48639BD}"/>
                  </a:ext>
                </a:extLst>
              </p:cNvPr>
              <p:cNvCxnSpPr>
                <a:cxnSpLocks/>
                <a:stCxn id="56" idx="3"/>
              </p:cNvCxnSpPr>
              <p:nvPr/>
            </p:nvCxnSpPr>
            <p:spPr>
              <a:xfrm>
                <a:off x="17562787" y="2349823"/>
                <a:ext cx="5941723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32FF8C74-6706-55ED-4E19-F487D3DFC35B}"/>
                  </a:ext>
                </a:extLst>
              </p:cNvPr>
              <p:cNvCxnSpPr>
                <a:cxnSpLocks/>
                <a:endCxn id="113" idx="1"/>
              </p:cNvCxnSpPr>
              <p:nvPr/>
            </p:nvCxnSpPr>
            <p:spPr>
              <a:xfrm>
                <a:off x="1473674" y="2350147"/>
                <a:ext cx="825907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2D1E759B-8FD5-2FA9-209E-AB2EFCE99603}"/>
                  </a:ext>
                </a:extLst>
              </p:cNvPr>
              <p:cNvCxnSpPr>
                <a:stCxn id="113" idx="3"/>
                <a:endCxn id="119" idx="1"/>
              </p:cNvCxnSpPr>
              <p:nvPr/>
            </p:nvCxnSpPr>
            <p:spPr>
              <a:xfrm>
                <a:off x="10740744" y="2350147"/>
                <a:ext cx="2745152" cy="279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B9661C93-3EFA-8012-DF2C-AA71A20D11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48489" y="2350147"/>
                <a:ext cx="17637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4DF3F899-92C4-744C-7FA4-DADB55D6206B}"/>
                  </a:ext>
                </a:extLst>
              </p:cNvPr>
              <p:cNvCxnSpPr>
                <a:stCxn id="86" idx="3"/>
                <a:endCxn id="87" idx="1"/>
              </p:cNvCxnSpPr>
              <p:nvPr/>
            </p:nvCxnSpPr>
            <p:spPr>
              <a:xfrm>
                <a:off x="5854494" y="4670950"/>
                <a:ext cx="17637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2F405CAB-33F1-1AD4-3135-1D68C2B5F6D7}"/>
                  </a:ext>
                </a:extLst>
              </p:cNvPr>
              <p:cNvCxnSpPr>
                <a:stCxn id="65" idx="3"/>
                <a:endCxn id="42" idx="1"/>
              </p:cNvCxnSpPr>
              <p:nvPr/>
            </p:nvCxnSpPr>
            <p:spPr>
              <a:xfrm>
                <a:off x="8264089" y="5837326"/>
                <a:ext cx="10827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509115E0-9FFF-77B6-E0F5-4864BAE72A90}"/>
                  </a:ext>
                </a:extLst>
              </p:cNvPr>
              <p:cNvCxnSpPr>
                <a:stCxn id="42" idx="3"/>
                <a:endCxn id="106" idx="1"/>
              </p:cNvCxnSpPr>
              <p:nvPr/>
            </p:nvCxnSpPr>
            <p:spPr>
              <a:xfrm flipV="1">
                <a:off x="9524368" y="5837325"/>
                <a:ext cx="1387155" cy="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>
                <a:extLst>
                  <a:ext uri="{FF2B5EF4-FFF2-40B4-BE49-F238E27FC236}">
                    <a16:creationId xmlns:a16="http://schemas.microsoft.com/office/drawing/2014/main" id="{2630CA88-5709-8E62-994D-44379484D233}"/>
                  </a:ext>
                </a:extLst>
              </p:cNvPr>
              <p:cNvCxnSpPr>
                <a:cxnSpLocks/>
                <a:stCxn id="106" idx="3"/>
                <a:endCxn id="105" idx="1"/>
              </p:cNvCxnSpPr>
              <p:nvPr/>
            </p:nvCxnSpPr>
            <p:spPr>
              <a:xfrm>
                <a:off x="14799523" y="5837325"/>
                <a:ext cx="10827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A3FE7F33-FCDE-0F5A-5D3D-EF7C9556101A}"/>
                  </a:ext>
                </a:extLst>
              </p:cNvPr>
              <p:cNvCxnSpPr>
                <a:stCxn id="119" idx="3"/>
                <a:endCxn id="120" idx="1"/>
              </p:cNvCxnSpPr>
              <p:nvPr/>
            </p:nvCxnSpPr>
            <p:spPr>
              <a:xfrm>
                <a:off x="14277896" y="2352937"/>
                <a:ext cx="17637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6" name="Rectangle: Rounded Corners 115">
                <a:extLst>
                  <a:ext uri="{FF2B5EF4-FFF2-40B4-BE49-F238E27FC236}">
                    <a16:creationId xmlns:a16="http://schemas.microsoft.com/office/drawing/2014/main" id="{999239CE-3247-1FB7-E693-3AC5B2BD4089}"/>
                  </a:ext>
                </a:extLst>
              </p:cNvPr>
              <p:cNvSpPr/>
              <p:nvPr/>
            </p:nvSpPr>
            <p:spPr>
              <a:xfrm>
                <a:off x="16554787" y="4327368"/>
                <a:ext cx="1008000" cy="683995"/>
              </a:xfrm>
              <a:prstGeom prst="roundRect">
                <a:avLst/>
              </a:prstGeom>
              <a:solidFill>
                <a:srgbClr val="BEE4BF"/>
              </a:solidFill>
              <a:ln w="25400">
                <a:solidFill>
                  <a:srgbClr val="2A642C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80000"/>
                  </a:lnSpc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FREE PFN</a:t>
                </a:r>
                <a:r>
                  <a:rPr lang="en-IN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15" name="Rectangle: Rounded Corners 114">
                <a:extLst>
                  <a:ext uri="{FF2B5EF4-FFF2-40B4-BE49-F238E27FC236}">
                    <a16:creationId xmlns:a16="http://schemas.microsoft.com/office/drawing/2014/main" id="{CC2159AD-FD68-F221-00A0-D43E6458E87B}"/>
                  </a:ext>
                </a:extLst>
              </p:cNvPr>
              <p:cNvSpPr/>
              <p:nvPr/>
            </p:nvSpPr>
            <p:spPr>
              <a:xfrm>
                <a:off x="16554787" y="3169154"/>
                <a:ext cx="1008000" cy="683995"/>
              </a:xfrm>
              <a:prstGeom prst="roundRect">
                <a:avLst/>
              </a:prstGeom>
              <a:solidFill>
                <a:srgbClr val="BEE4BF"/>
              </a:solidFill>
              <a:ln w="25400">
                <a:solidFill>
                  <a:srgbClr val="2A642C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80000"/>
                  </a:lnSpc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FREE PFN</a:t>
                </a:r>
                <a:r>
                  <a:rPr lang="en-IN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1,4</a:t>
                </a:r>
              </a:p>
            </p:txBody>
          </p: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8DD575B1-C5D1-0CAF-6E67-45471FB05C9A}"/>
                  </a:ext>
                </a:extLst>
              </p:cNvPr>
              <p:cNvGrpSpPr/>
              <p:nvPr/>
            </p:nvGrpSpPr>
            <p:grpSpPr>
              <a:xfrm>
                <a:off x="6536173" y="2010939"/>
                <a:ext cx="1976379" cy="683995"/>
                <a:chOff x="2973361" y="2070767"/>
                <a:chExt cx="1976379" cy="683995"/>
              </a:xfrm>
            </p:grpSpPr>
            <p:sp>
              <p:nvSpPr>
                <p:cNvPr id="3" name="Rectangle: Rounded Corners 2">
                  <a:extLst>
                    <a:ext uri="{FF2B5EF4-FFF2-40B4-BE49-F238E27FC236}">
                      <a16:creationId xmlns:a16="http://schemas.microsoft.com/office/drawing/2014/main" id="{2D6D7AF8-56C8-F8FD-45A9-6A62B1FE6549}"/>
                    </a:ext>
                  </a:extLst>
                </p:cNvPr>
                <p:cNvSpPr/>
                <p:nvPr/>
              </p:nvSpPr>
              <p:spPr>
                <a:xfrm>
                  <a:off x="2973361" y="2070767"/>
                  <a:ext cx="792000" cy="683995"/>
                </a:xfrm>
                <a:prstGeom prst="roundRect">
                  <a:avLst/>
                </a:prstGeom>
                <a:ln w="254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U</a:t>
                  </a:r>
                  <a:r>
                    <a:rPr lang="en-IN" sz="24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4" name="Rectangle: Rounded Corners 3">
                  <a:extLst>
                    <a:ext uri="{FF2B5EF4-FFF2-40B4-BE49-F238E27FC236}">
                      <a16:creationId xmlns:a16="http://schemas.microsoft.com/office/drawing/2014/main" id="{CF16665B-F9E6-F794-EB29-E9ABEF2E0CFA}"/>
                    </a:ext>
                  </a:extLst>
                </p:cNvPr>
                <p:cNvSpPr/>
                <p:nvPr/>
              </p:nvSpPr>
              <p:spPr>
                <a:xfrm>
                  <a:off x="3941740" y="2070767"/>
                  <a:ext cx="1008000" cy="683995"/>
                </a:xfrm>
                <a:prstGeom prst="roundRect">
                  <a:avLst/>
                </a:prstGeom>
                <a:solidFill>
                  <a:srgbClr val="BEE4BF"/>
                </a:solidFill>
                <a:ln w="25400">
                  <a:solidFill>
                    <a:srgbClr val="2A642C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IN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IR-PREP</a:t>
                  </a:r>
                  <a:r>
                    <a:rPr lang="en-IN" sz="24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</p:grp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AFF13F7A-AC3E-242D-293A-8B5F1B2D24D8}"/>
                  </a:ext>
                </a:extLst>
              </p:cNvPr>
              <p:cNvCxnSpPr>
                <a:stCxn id="84" idx="3"/>
                <a:endCxn id="115" idx="1"/>
              </p:cNvCxnSpPr>
              <p:nvPr/>
            </p:nvCxnSpPr>
            <p:spPr>
              <a:xfrm>
                <a:off x="6866809" y="3511152"/>
                <a:ext cx="968797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6385CB58-0977-D414-1254-AFE35FECB3A7}"/>
                  </a:ext>
                </a:extLst>
              </p:cNvPr>
              <p:cNvCxnSpPr>
                <a:stCxn id="42" idx="3"/>
                <a:endCxn id="113" idx="1"/>
              </p:cNvCxnSpPr>
              <p:nvPr/>
            </p:nvCxnSpPr>
            <p:spPr>
              <a:xfrm flipV="1">
                <a:off x="9524368" y="2350147"/>
                <a:ext cx="208376" cy="3487179"/>
              </a:xfrm>
              <a:prstGeom prst="straightConnector1">
                <a:avLst/>
              </a:prstGeom>
              <a:ln>
                <a:solidFill>
                  <a:schemeClr val="bg2">
                    <a:lumMod val="50000"/>
                  </a:schemeClr>
                </a:solidFill>
                <a:prstDash val="sysDash"/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6B7E0731-3F6B-235C-C86D-07DB4795162D}"/>
                  </a:ext>
                </a:extLst>
              </p:cNvPr>
              <p:cNvGrpSpPr/>
              <p:nvPr/>
            </p:nvGrpSpPr>
            <p:grpSpPr>
              <a:xfrm>
                <a:off x="7569773" y="3165573"/>
                <a:ext cx="1976379" cy="683995"/>
                <a:chOff x="2973361" y="2070767"/>
                <a:chExt cx="1976379" cy="683995"/>
              </a:xfrm>
            </p:grpSpPr>
            <p:sp>
              <p:nvSpPr>
                <p:cNvPr id="26" name="Rectangle: Rounded Corners 25">
                  <a:extLst>
                    <a:ext uri="{FF2B5EF4-FFF2-40B4-BE49-F238E27FC236}">
                      <a16:creationId xmlns:a16="http://schemas.microsoft.com/office/drawing/2014/main" id="{F5B168F3-A094-F7EF-6DE7-46FBA2C29293}"/>
                    </a:ext>
                  </a:extLst>
                </p:cNvPr>
                <p:cNvSpPr/>
                <p:nvPr/>
              </p:nvSpPr>
              <p:spPr>
                <a:xfrm>
                  <a:off x="2973361" y="2070767"/>
                  <a:ext cx="792000" cy="683995"/>
                </a:xfrm>
                <a:prstGeom prst="roundRect">
                  <a:avLst/>
                </a:prstGeom>
                <a:ln w="254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U</a:t>
                  </a:r>
                  <a:r>
                    <a:rPr lang="en-IN" sz="24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</a:t>
                  </a:r>
                </a:p>
              </p:txBody>
            </p:sp>
            <p:sp>
              <p:nvSpPr>
                <p:cNvPr id="27" name="Rectangle: Rounded Corners 26">
                  <a:extLst>
                    <a:ext uri="{FF2B5EF4-FFF2-40B4-BE49-F238E27FC236}">
                      <a16:creationId xmlns:a16="http://schemas.microsoft.com/office/drawing/2014/main" id="{C2640D55-BBA9-603C-F0F4-700E547A69A8}"/>
                    </a:ext>
                  </a:extLst>
                </p:cNvPr>
                <p:cNvSpPr/>
                <p:nvPr/>
              </p:nvSpPr>
              <p:spPr>
                <a:xfrm>
                  <a:off x="3941740" y="2070767"/>
                  <a:ext cx="1008000" cy="683995"/>
                </a:xfrm>
                <a:prstGeom prst="roundRect">
                  <a:avLst/>
                </a:prstGeom>
                <a:solidFill>
                  <a:srgbClr val="BEE4BF"/>
                </a:solidFill>
                <a:ln w="25400">
                  <a:solidFill>
                    <a:srgbClr val="2A642C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IN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IR-PREP</a:t>
                  </a:r>
                  <a:r>
                    <a:rPr lang="en-IN" sz="24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</a:t>
                  </a:r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EA24087F-5204-5DCC-5A68-82ED62F9D1B9}"/>
                  </a:ext>
                </a:extLst>
              </p:cNvPr>
              <p:cNvGrpSpPr/>
              <p:nvPr/>
            </p:nvGrpSpPr>
            <p:grpSpPr>
              <a:xfrm>
                <a:off x="11539769" y="3165573"/>
                <a:ext cx="1976379" cy="683995"/>
                <a:chOff x="2973361" y="2070767"/>
                <a:chExt cx="1976379" cy="683995"/>
              </a:xfrm>
            </p:grpSpPr>
            <p:sp>
              <p:nvSpPr>
                <p:cNvPr id="29" name="Rectangle: Rounded Corners 28">
                  <a:extLst>
                    <a:ext uri="{FF2B5EF4-FFF2-40B4-BE49-F238E27FC236}">
                      <a16:creationId xmlns:a16="http://schemas.microsoft.com/office/drawing/2014/main" id="{A6741249-897F-7E40-5E7E-7C674B93AFD8}"/>
                    </a:ext>
                  </a:extLst>
                </p:cNvPr>
                <p:cNvSpPr/>
                <p:nvPr/>
              </p:nvSpPr>
              <p:spPr>
                <a:xfrm>
                  <a:off x="2973361" y="2070767"/>
                  <a:ext cx="792000" cy="683995"/>
                </a:xfrm>
                <a:prstGeom prst="roundRect">
                  <a:avLst/>
                </a:prstGeom>
                <a:ln w="254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U</a:t>
                  </a:r>
                  <a:r>
                    <a:rPr lang="en-IN" sz="24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</a:t>
                  </a:r>
                </a:p>
              </p:txBody>
            </p:sp>
            <p:sp>
              <p:nvSpPr>
                <p:cNvPr id="30" name="Rectangle: Rounded Corners 29">
                  <a:extLst>
                    <a:ext uri="{FF2B5EF4-FFF2-40B4-BE49-F238E27FC236}">
                      <a16:creationId xmlns:a16="http://schemas.microsoft.com/office/drawing/2014/main" id="{EE65C8E6-492C-0206-FA42-695E2208792E}"/>
                    </a:ext>
                  </a:extLst>
                </p:cNvPr>
                <p:cNvSpPr/>
                <p:nvPr/>
              </p:nvSpPr>
              <p:spPr>
                <a:xfrm>
                  <a:off x="3941740" y="2070767"/>
                  <a:ext cx="1008000" cy="683995"/>
                </a:xfrm>
                <a:prstGeom prst="roundRect">
                  <a:avLst/>
                </a:prstGeom>
                <a:solidFill>
                  <a:srgbClr val="BEE4BF"/>
                </a:solidFill>
                <a:ln w="25400">
                  <a:solidFill>
                    <a:srgbClr val="2A642C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IN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IR-PREP</a:t>
                  </a:r>
                  <a:r>
                    <a:rPr lang="en-IN" sz="24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</a:t>
                  </a:r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0B19150E-1FEA-92FC-02AF-1CF421B89926}"/>
                  </a:ext>
                </a:extLst>
              </p:cNvPr>
              <p:cNvGrpSpPr/>
              <p:nvPr/>
            </p:nvGrpSpPr>
            <p:grpSpPr>
              <a:xfrm>
                <a:off x="12278187" y="4330161"/>
                <a:ext cx="1976379" cy="683995"/>
                <a:chOff x="2973361" y="2070767"/>
                <a:chExt cx="1976379" cy="683995"/>
              </a:xfrm>
            </p:grpSpPr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033DE7D2-D3B8-BA1C-F0C6-9EA199487292}"/>
                    </a:ext>
                  </a:extLst>
                </p:cNvPr>
                <p:cNvSpPr/>
                <p:nvPr/>
              </p:nvSpPr>
              <p:spPr>
                <a:xfrm>
                  <a:off x="2973361" y="2070767"/>
                  <a:ext cx="792000" cy="683995"/>
                </a:xfrm>
                <a:prstGeom prst="roundRect">
                  <a:avLst/>
                </a:prstGeom>
                <a:ln w="254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U</a:t>
                  </a:r>
                  <a:r>
                    <a:rPr lang="en-IN" sz="24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</a:p>
              </p:txBody>
            </p:sp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3EE229CB-C323-2ED8-6288-6105299D8D1A}"/>
                    </a:ext>
                  </a:extLst>
                </p:cNvPr>
                <p:cNvSpPr/>
                <p:nvPr/>
              </p:nvSpPr>
              <p:spPr>
                <a:xfrm>
                  <a:off x="3941740" y="2070767"/>
                  <a:ext cx="1008000" cy="683995"/>
                </a:xfrm>
                <a:prstGeom prst="roundRect">
                  <a:avLst/>
                </a:prstGeom>
                <a:solidFill>
                  <a:srgbClr val="BEE4BF"/>
                </a:solidFill>
                <a:ln w="25400">
                  <a:solidFill>
                    <a:srgbClr val="2A642C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IN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IR-PREP</a:t>
                  </a:r>
                  <a:r>
                    <a:rPr lang="en-IN" sz="24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</a:p>
              </p:txBody>
            </p:sp>
          </p:grp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2F469B77-779A-D6E4-8C18-0BC838F650EB}"/>
                  </a:ext>
                </a:extLst>
              </p:cNvPr>
              <p:cNvGrpSpPr/>
              <p:nvPr/>
            </p:nvGrpSpPr>
            <p:grpSpPr>
              <a:xfrm>
                <a:off x="17671737" y="5497665"/>
                <a:ext cx="5421761" cy="683995"/>
                <a:chOff x="10793811" y="5496091"/>
                <a:chExt cx="5421761" cy="683995"/>
              </a:xfrm>
            </p:grpSpPr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41F7C467-50DA-6708-8F1B-51F6379BC41B}"/>
                    </a:ext>
                  </a:extLst>
                </p:cNvPr>
                <p:cNvSpPr/>
                <p:nvPr/>
              </p:nvSpPr>
              <p:spPr>
                <a:xfrm>
                  <a:off x="14790090" y="5496091"/>
                  <a:ext cx="1425482" cy="683995"/>
                </a:xfrm>
                <a:prstGeom prst="roundRect">
                  <a:avLst/>
                </a:prstGeom>
                <a:solidFill>
                  <a:srgbClr val="BEE4BF"/>
                </a:solidFill>
                <a:ln w="25400">
                  <a:solidFill>
                    <a:srgbClr val="2A642C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IN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FREE IOVA</a:t>
                  </a:r>
                  <a:r>
                    <a:rPr lang="en-IN" sz="24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5,6,7</a:t>
                  </a:r>
                </a:p>
              </p:txBody>
            </p:sp>
            <p:sp>
              <p:nvSpPr>
                <p:cNvPr id="46" name="Rectangle: Rounded Corners 45">
                  <a:extLst>
                    <a:ext uri="{FF2B5EF4-FFF2-40B4-BE49-F238E27FC236}">
                      <a16:creationId xmlns:a16="http://schemas.microsoft.com/office/drawing/2014/main" id="{8A9181A2-AFA2-33EA-7D4C-F97AC09D93D5}"/>
                    </a:ext>
                  </a:extLst>
                </p:cNvPr>
                <p:cNvSpPr/>
                <p:nvPr/>
              </p:nvSpPr>
              <p:spPr>
                <a:xfrm>
                  <a:off x="10793811" y="5496102"/>
                  <a:ext cx="3888000" cy="683973"/>
                </a:xfrm>
                <a:prstGeom prst="roundRect">
                  <a:avLst/>
                </a:prstGeom>
                <a:solidFill>
                  <a:srgbClr val="EFAAAA"/>
                </a:solidFill>
                <a:ln w="28575">
                  <a:solidFill>
                    <a:srgbClr val="AA202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IR-SUB</a:t>
                  </a:r>
                </a:p>
              </p:txBody>
            </p:sp>
          </p:grp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DA38A18C-59C8-4A29-6FDD-D3D427EEF6E3}"/>
                  </a:ext>
                </a:extLst>
              </p:cNvPr>
              <p:cNvCxnSpPr>
                <a:stCxn id="105" idx="3"/>
                <a:endCxn id="116" idx="1"/>
              </p:cNvCxnSpPr>
              <p:nvPr/>
            </p:nvCxnSpPr>
            <p:spPr>
              <a:xfrm flipV="1">
                <a:off x="16333284" y="4669366"/>
                <a:ext cx="221503" cy="1167959"/>
              </a:xfrm>
              <a:prstGeom prst="straightConnector1">
                <a:avLst/>
              </a:prstGeom>
              <a:ln>
                <a:solidFill>
                  <a:schemeClr val="bg2">
                    <a:lumMod val="50000"/>
                  </a:schemeClr>
                </a:solidFill>
                <a:prstDash val="sysDash"/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610F35B2-A29C-FEA1-8839-E33CD65A4D27}"/>
                  </a:ext>
                </a:extLst>
              </p:cNvPr>
              <p:cNvCxnSpPr>
                <a:stCxn id="105" idx="3"/>
                <a:endCxn id="115" idx="1"/>
              </p:cNvCxnSpPr>
              <p:nvPr/>
            </p:nvCxnSpPr>
            <p:spPr>
              <a:xfrm flipV="1">
                <a:off x="16333284" y="3511152"/>
                <a:ext cx="221503" cy="2326173"/>
              </a:xfrm>
              <a:prstGeom prst="straightConnector1">
                <a:avLst/>
              </a:prstGeom>
              <a:ln>
                <a:solidFill>
                  <a:schemeClr val="bg2">
                    <a:lumMod val="50000"/>
                  </a:schemeClr>
                </a:solidFill>
                <a:prstDash val="sysDash"/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4D03935B-D780-CC93-ED12-D1DA0971C760}"/>
                  </a:ext>
                </a:extLst>
              </p:cNvPr>
              <p:cNvSpPr/>
              <p:nvPr/>
            </p:nvSpPr>
            <p:spPr>
              <a:xfrm>
                <a:off x="16554787" y="2007825"/>
                <a:ext cx="1008000" cy="683995"/>
              </a:xfrm>
              <a:prstGeom prst="roundRect">
                <a:avLst/>
              </a:prstGeom>
              <a:solidFill>
                <a:srgbClr val="BEE4BF"/>
              </a:solidFill>
              <a:ln w="25400">
                <a:solidFill>
                  <a:srgbClr val="2A642C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80000"/>
                  </a:lnSpc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FREE PFN</a:t>
                </a:r>
                <a:r>
                  <a:rPr lang="en-IN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AB355440-CD1E-D6F0-62E8-1048AFEE1E07}"/>
                  </a:ext>
                </a:extLst>
              </p:cNvPr>
              <p:cNvCxnSpPr>
                <a:stCxn id="105" idx="3"/>
                <a:endCxn id="56" idx="1"/>
              </p:cNvCxnSpPr>
              <p:nvPr/>
            </p:nvCxnSpPr>
            <p:spPr>
              <a:xfrm flipV="1">
                <a:off x="16333284" y="2349823"/>
                <a:ext cx="221503" cy="3487502"/>
              </a:xfrm>
              <a:prstGeom prst="straightConnector1">
                <a:avLst/>
              </a:prstGeom>
              <a:ln>
                <a:solidFill>
                  <a:schemeClr val="bg2">
                    <a:lumMod val="50000"/>
                  </a:schemeClr>
                </a:solidFill>
                <a:prstDash val="sysDash"/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6F061724-8031-F622-F3DB-1D00A56DE2E1}"/>
                  </a:ext>
                </a:extLst>
              </p:cNvPr>
              <p:cNvCxnSpPr>
                <a:stCxn id="120" idx="3"/>
                <a:endCxn id="56" idx="1"/>
              </p:cNvCxnSpPr>
              <p:nvPr/>
            </p:nvCxnSpPr>
            <p:spPr>
              <a:xfrm flipV="1">
                <a:off x="15462275" y="2349823"/>
                <a:ext cx="1092512" cy="3114"/>
              </a:xfrm>
              <a:prstGeom prst="line">
                <a:avLst/>
              </a:prstGeom>
              <a:ln w="19050">
                <a:tailEnd type="non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EA83E6E5-8A6C-235D-DC58-020B38A32162}"/>
                  </a:ext>
                </a:extLst>
              </p:cNvPr>
              <p:cNvCxnSpPr>
                <a:stCxn id="105" idx="3"/>
                <a:endCxn id="46" idx="1"/>
              </p:cNvCxnSpPr>
              <p:nvPr/>
            </p:nvCxnSpPr>
            <p:spPr>
              <a:xfrm>
                <a:off x="16333284" y="5837325"/>
                <a:ext cx="1338453" cy="2338"/>
              </a:xfrm>
              <a:prstGeom prst="line">
                <a:avLst/>
              </a:prstGeom>
              <a:ln>
                <a:solidFill>
                  <a:schemeClr val="tx1"/>
                </a:solidFill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FF99F219-C193-F282-A0D3-4F0EA0F41C84}"/>
                  </a:ext>
                </a:extLst>
              </p:cNvPr>
              <p:cNvGrpSpPr/>
              <p:nvPr/>
            </p:nvGrpSpPr>
            <p:grpSpPr>
              <a:xfrm>
                <a:off x="18625029" y="2003780"/>
                <a:ext cx="1976379" cy="683995"/>
                <a:chOff x="2973361" y="2070767"/>
                <a:chExt cx="1976379" cy="683995"/>
              </a:xfrm>
            </p:grpSpPr>
            <p:sp>
              <p:nvSpPr>
                <p:cNvPr id="101" name="Rectangle: Rounded Corners 100">
                  <a:extLst>
                    <a:ext uri="{FF2B5EF4-FFF2-40B4-BE49-F238E27FC236}">
                      <a16:creationId xmlns:a16="http://schemas.microsoft.com/office/drawing/2014/main" id="{74FBC3BE-D960-79A5-96EB-8AE29113056F}"/>
                    </a:ext>
                  </a:extLst>
                </p:cNvPr>
                <p:cNvSpPr/>
                <p:nvPr/>
              </p:nvSpPr>
              <p:spPr>
                <a:xfrm>
                  <a:off x="2973361" y="2070767"/>
                  <a:ext cx="792000" cy="683995"/>
                </a:xfrm>
                <a:prstGeom prst="roundRect">
                  <a:avLst/>
                </a:prstGeom>
                <a:ln w="254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U</a:t>
                  </a:r>
                  <a:r>
                    <a:rPr lang="en-IN" sz="24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8</a:t>
                  </a:r>
                </a:p>
              </p:txBody>
            </p:sp>
            <p:sp>
              <p:nvSpPr>
                <p:cNvPr id="102" name="Rectangle: Rounded Corners 101">
                  <a:extLst>
                    <a:ext uri="{FF2B5EF4-FFF2-40B4-BE49-F238E27FC236}">
                      <a16:creationId xmlns:a16="http://schemas.microsoft.com/office/drawing/2014/main" id="{277CF411-472C-7365-192E-038A7365104E}"/>
                    </a:ext>
                  </a:extLst>
                </p:cNvPr>
                <p:cNvSpPr/>
                <p:nvPr/>
              </p:nvSpPr>
              <p:spPr>
                <a:xfrm>
                  <a:off x="3941740" y="2070767"/>
                  <a:ext cx="1008000" cy="683995"/>
                </a:xfrm>
                <a:prstGeom prst="roundRect">
                  <a:avLst/>
                </a:prstGeom>
                <a:solidFill>
                  <a:srgbClr val="BEE4BF"/>
                </a:solidFill>
                <a:ln w="25400">
                  <a:solidFill>
                    <a:srgbClr val="2A642C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IN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IR-PREP</a:t>
                  </a:r>
                  <a:r>
                    <a:rPr lang="en-IN" sz="24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8</a:t>
                  </a:r>
                </a:p>
              </p:txBody>
            </p:sp>
          </p:grpSp>
          <p:grpSp>
            <p:nvGrpSpPr>
              <p:cNvPr id="103" name="Group 102">
                <a:extLst>
                  <a:ext uri="{FF2B5EF4-FFF2-40B4-BE49-F238E27FC236}">
                    <a16:creationId xmlns:a16="http://schemas.microsoft.com/office/drawing/2014/main" id="{049B52A5-72A5-2339-D2F7-D43DD930268E}"/>
                  </a:ext>
                </a:extLst>
              </p:cNvPr>
              <p:cNvGrpSpPr/>
              <p:nvPr/>
            </p:nvGrpSpPr>
            <p:grpSpPr>
              <a:xfrm>
                <a:off x="19304300" y="3166887"/>
                <a:ext cx="1976379" cy="683995"/>
                <a:chOff x="2973361" y="2070767"/>
                <a:chExt cx="1976379" cy="683995"/>
              </a:xfrm>
            </p:grpSpPr>
            <p:sp>
              <p:nvSpPr>
                <p:cNvPr id="104" name="Rectangle: Rounded Corners 103">
                  <a:extLst>
                    <a:ext uri="{FF2B5EF4-FFF2-40B4-BE49-F238E27FC236}">
                      <a16:creationId xmlns:a16="http://schemas.microsoft.com/office/drawing/2014/main" id="{3092F1EB-1A92-FB7F-DEE2-42EAEE520749}"/>
                    </a:ext>
                  </a:extLst>
                </p:cNvPr>
                <p:cNvSpPr/>
                <p:nvPr/>
              </p:nvSpPr>
              <p:spPr>
                <a:xfrm>
                  <a:off x="2973361" y="2070767"/>
                  <a:ext cx="792000" cy="683995"/>
                </a:xfrm>
                <a:prstGeom prst="roundRect">
                  <a:avLst/>
                </a:prstGeom>
                <a:ln w="254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U</a:t>
                  </a:r>
                  <a:r>
                    <a:rPr lang="en-IN" sz="24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9</a:t>
                  </a:r>
                </a:p>
              </p:txBody>
            </p:sp>
            <p:sp>
              <p:nvSpPr>
                <p:cNvPr id="114" name="Rectangle: Rounded Corners 113">
                  <a:extLst>
                    <a:ext uri="{FF2B5EF4-FFF2-40B4-BE49-F238E27FC236}">
                      <a16:creationId xmlns:a16="http://schemas.microsoft.com/office/drawing/2014/main" id="{9588DF69-63D3-3035-EDD4-85F4D9F24F1C}"/>
                    </a:ext>
                  </a:extLst>
                </p:cNvPr>
                <p:cNvSpPr/>
                <p:nvPr/>
              </p:nvSpPr>
              <p:spPr>
                <a:xfrm>
                  <a:off x="3941740" y="2070767"/>
                  <a:ext cx="1008000" cy="683995"/>
                </a:xfrm>
                <a:prstGeom prst="roundRect">
                  <a:avLst/>
                </a:prstGeom>
                <a:solidFill>
                  <a:srgbClr val="BEE4BF"/>
                </a:solidFill>
                <a:ln w="25400">
                  <a:solidFill>
                    <a:srgbClr val="2A642C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IN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IR-PREP</a:t>
                  </a:r>
                  <a:r>
                    <a:rPr lang="en-IN" sz="24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9</a:t>
                  </a:r>
                </a:p>
              </p:txBody>
            </p:sp>
          </p:grpSp>
          <p:cxnSp>
            <p:nvCxnSpPr>
              <p:cNvPr id="124" name="Straight Arrow Connector 123">
                <a:extLst>
                  <a:ext uri="{FF2B5EF4-FFF2-40B4-BE49-F238E27FC236}">
                    <a16:creationId xmlns:a16="http://schemas.microsoft.com/office/drawing/2014/main" id="{3B33CCF8-0C96-03EC-E8F0-71623071DBD7}"/>
                  </a:ext>
                </a:extLst>
              </p:cNvPr>
              <p:cNvCxnSpPr>
                <a:cxnSpLocks/>
                <a:stCxn id="45" idx="3"/>
              </p:cNvCxnSpPr>
              <p:nvPr/>
            </p:nvCxnSpPr>
            <p:spPr>
              <a:xfrm flipV="1">
                <a:off x="23093498" y="2352936"/>
                <a:ext cx="271421" cy="3486727"/>
              </a:xfrm>
              <a:prstGeom prst="straightConnector1">
                <a:avLst/>
              </a:prstGeom>
              <a:ln>
                <a:solidFill>
                  <a:schemeClr val="bg2">
                    <a:lumMod val="50000"/>
                  </a:schemeClr>
                </a:solidFill>
                <a:prstDash val="sysDash"/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64A32EB4-CCA0-7293-46EB-2CCA799227DE}"/>
                  </a:ext>
                </a:extLst>
              </p:cNvPr>
              <p:cNvCxnSpPr>
                <a:cxnSpLocks/>
                <a:stCxn id="45" idx="3"/>
              </p:cNvCxnSpPr>
              <p:nvPr/>
            </p:nvCxnSpPr>
            <p:spPr>
              <a:xfrm flipV="1">
                <a:off x="23093498" y="3503990"/>
                <a:ext cx="271421" cy="2335673"/>
              </a:xfrm>
              <a:prstGeom prst="straightConnector1">
                <a:avLst/>
              </a:prstGeom>
              <a:ln>
                <a:solidFill>
                  <a:schemeClr val="bg2">
                    <a:lumMod val="50000"/>
                  </a:schemeClr>
                </a:solidFill>
                <a:prstDash val="sysDash"/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Arrow Connector 127">
                <a:extLst>
                  <a:ext uri="{FF2B5EF4-FFF2-40B4-BE49-F238E27FC236}">
                    <a16:creationId xmlns:a16="http://schemas.microsoft.com/office/drawing/2014/main" id="{308CFE02-30A3-5152-5AB6-F6777B6FCF56}"/>
                  </a:ext>
                </a:extLst>
              </p:cNvPr>
              <p:cNvCxnSpPr>
                <a:cxnSpLocks/>
                <a:stCxn id="45" idx="3"/>
              </p:cNvCxnSpPr>
              <p:nvPr/>
            </p:nvCxnSpPr>
            <p:spPr>
              <a:xfrm flipV="1">
                <a:off x="23093498" y="4657836"/>
                <a:ext cx="246524" cy="1181827"/>
              </a:xfrm>
              <a:prstGeom prst="straightConnector1">
                <a:avLst/>
              </a:prstGeom>
              <a:ln>
                <a:solidFill>
                  <a:schemeClr val="bg2">
                    <a:lumMod val="50000"/>
                  </a:schemeClr>
                </a:solidFill>
                <a:prstDash val="sysDash"/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Rectangle 2">
                <a:extLst>
                  <a:ext uri="{FF2B5EF4-FFF2-40B4-BE49-F238E27FC236}">
                    <a16:creationId xmlns:a16="http://schemas.microsoft.com/office/drawing/2014/main" id="{CDD66B1C-BDC5-988F-1370-9FD8C5A43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0843" y="5012947"/>
                <a:ext cx="28573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Segoe UI" panose="020B0502040204020203" pitchFamily="34" charset="0"/>
                    <a:cs typeface="Times New Roman" panose="02020603050405020304" pitchFamily="18" charset="0"/>
                  </a:rPr>
                  <a:t>⋮</a:t>
                </a:r>
                <a:endParaRPr kumimoji="0" lang="en-US" altLang="en-US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473E43FE-1AD0-2700-C312-E33E45FB3D19}"/>
                  </a:ext>
                </a:extLst>
              </p:cNvPr>
              <p:cNvGrpSpPr/>
              <p:nvPr/>
            </p:nvGrpSpPr>
            <p:grpSpPr>
              <a:xfrm>
                <a:off x="2051747" y="2008149"/>
                <a:ext cx="1976379" cy="683995"/>
                <a:chOff x="2784181" y="2070767"/>
                <a:chExt cx="1976379" cy="683995"/>
              </a:xfrm>
            </p:grpSpPr>
            <p:sp>
              <p:nvSpPr>
                <p:cNvPr id="22" name="Rectangle: Rounded Corners 34">
                  <a:extLst>
                    <a:ext uri="{FF2B5EF4-FFF2-40B4-BE49-F238E27FC236}">
                      <a16:creationId xmlns:a16="http://schemas.microsoft.com/office/drawing/2014/main" id="{D1863F3E-F904-9F22-FCCA-C1FCFC89313B}"/>
                    </a:ext>
                  </a:extLst>
                </p:cNvPr>
                <p:cNvSpPr/>
                <p:nvPr/>
              </p:nvSpPr>
              <p:spPr>
                <a:xfrm>
                  <a:off x="2784181" y="2070767"/>
                  <a:ext cx="792000" cy="683995"/>
                </a:xfrm>
                <a:prstGeom prst="roundRect">
                  <a:avLst/>
                </a:prstGeom>
                <a:ln w="254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U</a:t>
                  </a:r>
                  <a:r>
                    <a:rPr lang="en-IN" sz="24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</a:p>
              </p:txBody>
            </p:sp>
            <p:sp>
              <p:nvSpPr>
                <p:cNvPr id="23" name="Rectangle: Rounded Corners 36">
                  <a:extLst>
                    <a:ext uri="{FF2B5EF4-FFF2-40B4-BE49-F238E27FC236}">
                      <a16:creationId xmlns:a16="http://schemas.microsoft.com/office/drawing/2014/main" id="{8C5E40F4-60D7-0660-691A-E84733276F99}"/>
                    </a:ext>
                  </a:extLst>
                </p:cNvPr>
                <p:cNvSpPr/>
                <p:nvPr/>
              </p:nvSpPr>
              <p:spPr>
                <a:xfrm>
                  <a:off x="3752560" y="2070767"/>
                  <a:ext cx="1008000" cy="683995"/>
                </a:xfrm>
                <a:prstGeom prst="roundRect">
                  <a:avLst/>
                </a:prstGeom>
                <a:solidFill>
                  <a:srgbClr val="BEE4BF"/>
                </a:solidFill>
                <a:ln w="25400">
                  <a:solidFill>
                    <a:srgbClr val="2A642C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IN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IR-PREP</a:t>
                  </a:r>
                  <a:r>
                    <a:rPr lang="en-IN" sz="24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</a:p>
              </p:txBody>
            </p:sp>
          </p:grp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A90F4F84-7CC5-96EC-2C89-43CDC1D897F4}"/>
                  </a:ext>
                </a:extLst>
              </p:cNvPr>
              <p:cNvCxnSpPr>
                <a:cxnSpLocks/>
                <a:stCxn id="23" idx="3"/>
              </p:cNvCxnSpPr>
              <p:nvPr/>
            </p:nvCxnSpPr>
            <p:spPr>
              <a:xfrm>
                <a:off x="4028126" y="2350147"/>
                <a:ext cx="323243" cy="3487179"/>
              </a:xfrm>
              <a:prstGeom prst="straightConnector1">
                <a:avLst/>
              </a:prstGeom>
              <a:ln>
                <a:solidFill>
                  <a:schemeClr val="bg2">
                    <a:lumMod val="50000"/>
                  </a:schemeClr>
                </a:solidFill>
                <a:prstDash val="sysDash"/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DC8DDC4A-62C3-27A7-D631-9D14D918FDDD}"/>
                  </a:ext>
                </a:extLst>
              </p:cNvPr>
              <p:cNvGrpSpPr/>
              <p:nvPr/>
            </p:nvGrpSpPr>
            <p:grpSpPr>
              <a:xfrm>
                <a:off x="4215547" y="667093"/>
                <a:ext cx="15946556" cy="684000"/>
                <a:chOff x="3277174" y="679450"/>
                <a:chExt cx="15946556" cy="684000"/>
              </a:xfrm>
            </p:grpSpPr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D2FF9010-AD66-D73C-08C5-8F939A3A650A}"/>
                    </a:ext>
                  </a:extLst>
                </p:cNvPr>
                <p:cNvSpPr/>
                <p:nvPr/>
              </p:nvSpPr>
              <p:spPr>
                <a:xfrm>
                  <a:off x="3277174" y="679450"/>
                  <a:ext cx="15946556" cy="684000"/>
                </a:xfrm>
                <a:prstGeom prst="rect">
                  <a:avLst/>
                </a:prstGeom>
                <a:solidFill>
                  <a:schemeClr val="bg1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grpSp>
              <p:nvGrpSpPr>
                <p:cNvPr id="79" name="Group 78">
                  <a:extLst>
                    <a:ext uri="{FF2B5EF4-FFF2-40B4-BE49-F238E27FC236}">
                      <a16:creationId xmlns:a16="http://schemas.microsoft.com/office/drawing/2014/main" id="{AAC4F171-D3EC-9913-B486-F097C2798459}"/>
                    </a:ext>
                  </a:extLst>
                </p:cNvPr>
                <p:cNvGrpSpPr/>
                <p:nvPr/>
              </p:nvGrpSpPr>
              <p:grpSpPr>
                <a:xfrm>
                  <a:off x="3462433" y="825760"/>
                  <a:ext cx="3076609" cy="380480"/>
                  <a:chOff x="3815975" y="841637"/>
                  <a:chExt cx="3076609" cy="380480"/>
                </a:xfrm>
              </p:grpSpPr>
              <p:sp>
                <p:nvSpPr>
                  <p:cNvPr id="112" name="TextBox 111">
                    <a:extLst>
                      <a:ext uri="{FF2B5EF4-FFF2-40B4-BE49-F238E27FC236}">
                        <a16:creationId xmlns:a16="http://schemas.microsoft.com/office/drawing/2014/main" id="{D15EEC0F-AEEC-3F7A-6D82-5091F5579BF4}"/>
                      </a:ext>
                    </a:extLst>
                  </p:cNvPr>
                  <p:cNvSpPr txBox="1"/>
                  <p:nvPr/>
                </p:nvSpPr>
                <p:spPr>
                  <a:xfrm>
                    <a:off x="4645218" y="841637"/>
                    <a:ext cx="2247366" cy="380480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l"/>
                    <a:r>
                      <a: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IOMMU Subsystem</a:t>
                    </a:r>
                  </a:p>
                </p:txBody>
              </p:sp>
              <p:sp>
                <p:nvSpPr>
                  <p:cNvPr id="117" name="Rectangle: Rounded Corners 193">
                    <a:extLst>
                      <a:ext uri="{FF2B5EF4-FFF2-40B4-BE49-F238E27FC236}">
                        <a16:creationId xmlns:a16="http://schemas.microsoft.com/office/drawing/2014/main" id="{7B24FF99-E225-D6F2-A06A-0A1AD1D0DA8C}"/>
                      </a:ext>
                    </a:extLst>
                  </p:cNvPr>
                  <p:cNvSpPr/>
                  <p:nvPr/>
                </p:nvSpPr>
                <p:spPr>
                  <a:xfrm>
                    <a:off x="3815975" y="858125"/>
                    <a:ext cx="829244" cy="347504"/>
                  </a:xfrm>
                  <a:prstGeom prst="roundRect">
                    <a:avLst/>
                  </a:prstGeom>
                  <a:solidFill>
                    <a:srgbClr val="BEE4BF"/>
                  </a:solidFill>
                  <a:ln w="28575">
                    <a:solidFill>
                      <a:srgbClr val="2A642C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80" name="Group 79">
                  <a:extLst>
                    <a:ext uri="{FF2B5EF4-FFF2-40B4-BE49-F238E27FC236}">
                      <a16:creationId xmlns:a16="http://schemas.microsoft.com/office/drawing/2014/main" id="{B0DF49AD-F9E3-A3FC-592A-C809976D27C8}"/>
                    </a:ext>
                  </a:extLst>
                </p:cNvPr>
                <p:cNvGrpSpPr/>
                <p:nvPr/>
              </p:nvGrpSpPr>
              <p:grpSpPr>
                <a:xfrm>
                  <a:off x="10555724" y="845995"/>
                  <a:ext cx="2162650" cy="380480"/>
                  <a:chOff x="11373470" y="834638"/>
                  <a:chExt cx="2162650" cy="380480"/>
                </a:xfrm>
              </p:grpSpPr>
              <p:sp>
                <p:nvSpPr>
                  <p:cNvPr id="109" name="TextBox 108">
                    <a:extLst>
                      <a:ext uri="{FF2B5EF4-FFF2-40B4-BE49-F238E27FC236}">
                        <a16:creationId xmlns:a16="http://schemas.microsoft.com/office/drawing/2014/main" id="{AA44CA1C-4D95-CA8C-5279-6D91FD58A166}"/>
                      </a:ext>
                    </a:extLst>
                  </p:cNvPr>
                  <p:cNvSpPr txBox="1"/>
                  <p:nvPr/>
                </p:nvSpPr>
                <p:spPr>
                  <a:xfrm>
                    <a:off x="12197654" y="834638"/>
                    <a:ext cx="1338466" cy="380480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l"/>
                    <a:r>
                      <a: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NIC Driver</a:t>
                    </a:r>
                  </a:p>
                </p:txBody>
              </p:sp>
              <p:sp>
                <p:nvSpPr>
                  <p:cNvPr id="110" name="Rectangle: Rounded Corners 194">
                    <a:extLst>
                      <a:ext uri="{FF2B5EF4-FFF2-40B4-BE49-F238E27FC236}">
                        <a16:creationId xmlns:a16="http://schemas.microsoft.com/office/drawing/2014/main" id="{AF329F71-965A-3727-8E95-8E5265A9286C}"/>
                      </a:ext>
                    </a:extLst>
                  </p:cNvPr>
                  <p:cNvSpPr/>
                  <p:nvPr/>
                </p:nvSpPr>
                <p:spPr>
                  <a:xfrm>
                    <a:off x="11373470" y="851126"/>
                    <a:ext cx="829244" cy="347504"/>
                  </a:xfrm>
                  <a:prstGeom prst="roundRect">
                    <a:avLst/>
                  </a:prstGeom>
                  <a:solidFill>
                    <a:srgbClr val="C3DEEE"/>
                  </a:solidFill>
                  <a:ln w="25400">
                    <a:solidFill>
                      <a:srgbClr val="235D7F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81" name="Group 80">
                  <a:extLst>
                    <a:ext uri="{FF2B5EF4-FFF2-40B4-BE49-F238E27FC236}">
                      <a16:creationId xmlns:a16="http://schemas.microsoft.com/office/drawing/2014/main" id="{F7F11D95-A4B3-E1E1-EBC8-4FAAD29A2AAF}"/>
                    </a:ext>
                  </a:extLst>
                </p:cNvPr>
                <p:cNvGrpSpPr/>
                <p:nvPr/>
              </p:nvGrpSpPr>
              <p:grpSpPr>
                <a:xfrm>
                  <a:off x="6788397" y="845995"/>
                  <a:ext cx="3517972" cy="380480"/>
                  <a:chOff x="7592192" y="837119"/>
                  <a:chExt cx="3517972" cy="380480"/>
                </a:xfrm>
              </p:grpSpPr>
              <p:sp>
                <p:nvSpPr>
                  <p:cNvPr id="107" name="TextBox 106">
                    <a:extLst>
                      <a:ext uri="{FF2B5EF4-FFF2-40B4-BE49-F238E27FC236}">
                        <a16:creationId xmlns:a16="http://schemas.microsoft.com/office/drawing/2014/main" id="{24B7E463-C2CF-2F19-C144-6B8AE69F5B36}"/>
                      </a:ext>
                    </a:extLst>
                  </p:cNvPr>
                  <p:cNvSpPr txBox="1"/>
                  <p:nvPr/>
                </p:nvSpPr>
                <p:spPr>
                  <a:xfrm>
                    <a:off x="8421435" y="837119"/>
                    <a:ext cx="2688729" cy="380480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l"/>
                    <a:r>
                      <a: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VM Exit + IOMMU HW</a:t>
                    </a:r>
                  </a:p>
                </p:txBody>
              </p:sp>
              <p:sp>
                <p:nvSpPr>
                  <p:cNvPr id="108" name="Rectangle: Rounded Corners 195">
                    <a:extLst>
                      <a:ext uri="{FF2B5EF4-FFF2-40B4-BE49-F238E27FC236}">
                        <a16:creationId xmlns:a16="http://schemas.microsoft.com/office/drawing/2014/main" id="{1FF2EA03-9E5D-C156-F709-F36020F6B02C}"/>
                      </a:ext>
                    </a:extLst>
                  </p:cNvPr>
                  <p:cNvSpPr/>
                  <p:nvPr/>
                </p:nvSpPr>
                <p:spPr>
                  <a:xfrm>
                    <a:off x="7592192" y="853607"/>
                    <a:ext cx="829244" cy="347504"/>
                  </a:xfrm>
                  <a:prstGeom prst="roundRect">
                    <a:avLst/>
                  </a:prstGeom>
                  <a:solidFill>
                    <a:srgbClr val="EFAAAA"/>
                  </a:solidFill>
                  <a:ln w="25400">
                    <a:solidFill>
                      <a:srgbClr val="AA2020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72A5313D-7650-C38D-3523-B11FBD8CEDBD}"/>
                    </a:ext>
                  </a:extLst>
                </p:cNvPr>
                <p:cNvGrpSpPr/>
                <p:nvPr/>
              </p:nvGrpSpPr>
              <p:grpSpPr>
                <a:xfrm>
                  <a:off x="12967729" y="845995"/>
                  <a:ext cx="3323224" cy="380480"/>
                  <a:chOff x="15145873" y="841637"/>
                  <a:chExt cx="3323224" cy="380480"/>
                </a:xfrm>
              </p:grpSpPr>
              <p:sp>
                <p:nvSpPr>
                  <p:cNvPr id="97" name="TextBox 96">
                    <a:extLst>
                      <a:ext uri="{FF2B5EF4-FFF2-40B4-BE49-F238E27FC236}">
                        <a16:creationId xmlns:a16="http://schemas.microsoft.com/office/drawing/2014/main" id="{BF99A38B-3884-8828-5E99-71E8FAE795AC}"/>
                      </a:ext>
                    </a:extLst>
                  </p:cNvPr>
                  <p:cNvSpPr txBox="1"/>
                  <p:nvPr/>
                </p:nvSpPr>
                <p:spPr>
                  <a:xfrm>
                    <a:off x="15973872" y="841637"/>
                    <a:ext cx="2495225" cy="380480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l"/>
                    <a:r>
                      <a: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Wait</a:t>
                    </a:r>
                  </a:p>
                </p:txBody>
              </p:sp>
              <p:cxnSp>
                <p:nvCxnSpPr>
                  <p:cNvPr id="99" name="Straight Arrow Connector 98">
                    <a:extLst>
                      <a:ext uri="{FF2B5EF4-FFF2-40B4-BE49-F238E27FC236}">
                        <a16:creationId xmlns:a16="http://schemas.microsoft.com/office/drawing/2014/main" id="{D9907EAF-51D0-2683-81AA-5E2C5C34FA9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5145873" y="1031877"/>
                    <a:ext cx="828000" cy="0"/>
                  </a:xfrm>
                  <a:prstGeom prst="straightConnector1">
                    <a:avLst/>
                  </a:prstGeom>
                  <a:ln w="57150">
                    <a:solidFill>
                      <a:srgbClr val="AA2020"/>
                    </a:solidFill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84E44782-38AA-59AB-6651-6D9A817699FE}"/>
                    </a:ext>
                  </a:extLst>
                </p:cNvPr>
                <p:cNvGrpSpPr/>
                <p:nvPr/>
              </p:nvGrpSpPr>
              <p:grpSpPr>
                <a:xfrm>
                  <a:off x="17230135" y="845995"/>
                  <a:ext cx="1887088" cy="380480"/>
                  <a:chOff x="18869139" y="828153"/>
                  <a:chExt cx="1887088" cy="380480"/>
                </a:xfrm>
              </p:grpSpPr>
              <p:sp>
                <p:nvSpPr>
                  <p:cNvPr id="95" name="TextBox 94">
                    <a:extLst>
                      <a:ext uri="{FF2B5EF4-FFF2-40B4-BE49-F238E27FC236}">
                        <a16:creationId xmlns:a16="http://schemas.microsoft.com/office/drawing/2014/main" id="{994CFB94-EE50-6D1D-312A-04E42C40CD9F}"/>
                      </a:ext>
                    </a:extLst>
                  </p:cNvPr>
                  <p:cNvSpPr txBox="1"/>
                  <p:nvPr/>
                </p:nvSpPr>
                <p:spPr>
                  <a:xfrm>
                    <a:off x="19750089" y="828153"/>
                    <a:ext cx="1006138" cy="380480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l"/>
                    <a:r>
                      <a: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Timeline</a:t>
                    </a:r>
                  </a:p>
                </p:txBody>
              </p:sp>
              <p:cxnSp>
                <p:nvCxnSpPr>
                  <p:cNvPr id="96" name="Straight Connector 95">
                    <a:extLst>
                      <a:ext uri="{FF2B5EF4-FFF2-40B4-BE49-F238E27FC236}">
                        <a16:creationId xmlns:a16="http://schemas.microsoft.com/office/drawing/2014/main" id="{5F75F4F7-45B3-E6D4-1E6D-93D7288AD9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869139" y="1018393"/>
                    <a:ext cx="828000" cy="0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89472534-1080-5EAC-AA3B-B76A7693F924}"/>
                    </a:ext>
                  </a:extLst>
                </p:cNvPr>
                <p:cNvGrpSpPr/>
                <p:nvPr/>
              </p:nvGrpSpPr>
              <p:grpSpPr>
                <a:xfrm>
                  <a:off x="14612645" y="845995"/>
                  <a:ext cx="2368136" cy="380480"/>
                  <a:chOff x="18869139" y="828153"/>
                  <a:chExt cx="2368136" cy="380480"/>
                </a:xfrm>
              </p:grpSpPr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FBFD0CD9-3C61-FC72-418F-5A791D41554F}"/>
                      </a:ext>
                    </a:extLst>
                  </p:cNvPr>
                  <p:cNvSpPr txBox="1"/>
                  <p:nvPr/>
                </p:nvSpPr>
                <p:spPr>
                  <a:xfrm>
                    <a:off x="19750089" y="828153"/>
                    <a:ext cx="1487186" cy="380480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l"/>
                    <a:r>
                      <a: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Coordination</a:t>
                    </a:r>
                  </a:p>
                </p:txBody>
              </p:sp>
              <p:cxnSp>
                <p:nvCxnSpPr>
                  <p:cNvPr id="94" name="Straight Connector 93">
                    <a:extLst>
                      <a:ext uri="{FF2B5EF4-FFF2-40B4-BE49-F238E27FC236}">
                        <a16:creationId xmlns:a16="http://schemas.microsoft.com/office/drawing/2014/main" id="{1D10B46A-6B32-C7C0-1A79-12F93375F1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869139" y="1018393"/>
                    <a:ext cx="828000" cy="0"/>
                  </a:xfrm>
                  <a:prstGeom prst="line">
                    <a:avLst/>
                  </a:prstGeom>
                  <a:ln>
                    <a:solidFill>
                      <a:schemeClr val="bg2">
                        <a:lumMod val="50000"/>
                      </a:schemeClr>
                    </a:solidFill>
                    <a:prstDash val="sysDash"/>
                    <a:tailEnd type="stealth" w="lg" len="lg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8A737B24-471C-52F9-4048-A9F45B4DC680}"/>
                  </a:ext>
                </a:extLst>
              </p:cNvPr>
              <p:cNvSpPr txBox="1"/>
              <p:nvPr/>
            </p:nvSpPr>
            <p:spPr>
              <a:xfrm>
                <a:off x="10705952" y="6415965"/>
                <a:ext cx="411141" cy="442035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l"/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IN" sz="3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cxnSp>
            <p:nvCxnSpPr>
              <p:cNvPr id="152" name="Straight Arrow Connector 151">
                <a:extLst>
                  <a:ext uri="{FF2B5EF4-FFF2-40B4-BE49-F238E27FC236}">
                    <a16:creationId xmlns:a16="http://schemas.microsoft.com/office/drawing/2014/main" id="{07E62525-76AF-D362-4619-F5CCC1E8D684}"/>
                  </a:ext>
                </a:extLst>
              </p:cNvPr>
              <p:cNvCxnSpPr>
                <a:cxnSpLocks/>
                <a:stCxn id="149" idx="0"/>
              </p:cNvCxnSpPr>
              <p:nvPr/>
            </p:nvCxnSpPr>
            <p:spPr>
              <a:xfrm flipV="1">
                <a:off x="10911523" y="6190907"/>
                <a:ext cx="0" cy="22505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52E6A70A-6D53-1868-5480-9ECCF92420E1}"/>
                  </a:ext>
                </a:extLst>
              </p:cNvPr>
              <p:cNvSpPr txBox="1"/>
              <p:nvPr/>
            </p:nvSpPr>
            <p:spPr>
              <a:xfrm>
                <a:off x="16127713" y="6415965"/>
                <a:ext cx="411141" cy="442035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l"/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IN" sz="3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cxnSp>
            <p:nvCxnSpPr>
              <p:cNvPr id="156" name="Straight Arrow Connector 155">
                <a:extLst>
                  <a:ext uri="{FF2B5EF4-FFF2-40B4-BE49-F238E27FC236}">
                    <a16:creationId xmlns:a16="http://schemas.microsoft.com/office/drawing/2014/main" id="{B8AA6445-630D-3E9E-BE39-F79250E90BDD}"/>
                  </a:ext>
                </a:extLst>
              </p:cNvPr>
              <p:cNvCxnSpPr>
                <a:cxnSpLocks/>
                <a:stCxn id="155" idx="0"/>
              </p:cNvCxnSpPr>
              <p:nvPr/>
            </p:nvCxnSpPr>
            <p:spPr>
              <a:xfrm flipV="1">
                <a:off x="16333284" y="6190907"/>
                <a:ext cx="0" cy="22505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64E445F8-E242-A168-91E9-BDB743986153}"/>
                </a:ext>
              </a:extLst>
            </p:cNvPr>
            <p:cNvSpPr txBox="1"/>
            <p:nvPr/>
          </p:nvSpPr>
          <p:spPr>
            <a:xfrm>
              <a:off x="1052807" y="5565501"/>
              <a:ext cx="411141" cy="50359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Ĉ</a:t>
              </a:r>
              <a:endParaRPr lang="en-I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5772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60C2C-2139-C442-C3DD-E183CA867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8D6B57-3A60-2F5F-5750-FED325568387}"/>
              </a:ext>
            </a:extLst>
          </p:cNvPr>
          <p:cNvSpPr txBox="1"/>
          <p:nvPr/>
        </p:nvSpPr>
        <p:spPr>
          <a:xfrm>
            <a:off x="1036129" y="2128482"/>
            <a:ext cx="411141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87AC4F-D25C-ECE1-078F-A9DB09BF18A6}"/>
              </a:ext>
            </a:extLst>
          </p:cNvPr>
          <p:cNvSpPr txBox="1"/>
          <p:nvPr/>
        </p:nvSpPr>
        <p:spPr>
          <a:xfrm>
            <a:off x="1036130" y="3282973"/>
            <a:ext cx="411141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EC0E64-068C-FEBF-FB42-D376711E95FE}"/>
              </a:ext>
            </a:extLst>
          </p:cNvPr>
          <p:cNvSpPr txBox="1"/>
          <p:nvPr/>
        </p:nvSpPr>
        <p:spPr>
          <a:xfrm>
            <a:off x="1036129" y="4451977"/>
            <a:ext cx="411141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1A32759-AEA9-39D5-1093-411476BE86B9}"/>
              </a:ext>
            </a:extLst>
          </p:cNvPr>
          <p:cNvCxnSpPr>
            <a:cxnSpLocks/>
          </p:cNvCxnSpPr>
          <p:nvPr/>
        </p:nvCxnSpPr>
        <p:spPr>
          <a:xfrm>
            <a:off x="1967948" y="3511152"/>
            <a:ext cx="138487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8C6D01-B1ED-A24D-4AD4-9E5B3C61106A}"/>
              </a:ext>
            </a:extLst>
          </p:cNvPr>
          <p:cNvCxnSpPr>
            <a:cxnSpLocks/>
          </p:cNvCxnSpPr>
          <p:nvPr/>
        </p:nvCxnSpPr>
        <p:spPr>
          <a:xfrm>
            <a:off x="1967948" y="4670950"/>
            <a:ext cx="1384870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D644731-D1CF-540E-FF45-A6C56946650A}"/>
              </a:ext>
            </a:extLst>
          </p:cNvPr>
          <p:cNvCxnSpPr>
            <a:cxnSpLocks/>
          </p:cNvCxnSpPr>
          <p:nvPr/>
        </p:nvCxnSpPr>
        <p:spPr>
          <a:xfrm>
            <a:off x="1967948" y="2349500"/>
            <a:ext cx="1393519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ectangle: Rounded Corners 34">
            <a:extLst>
              <a:ext uri="{FF2B5EF4-FFF2-40B4-BE49-F238E27FC236}">
                <a16:creationId xmlns:a16="http://schemas.microsoft.com/office/drawing/2014/main" id="{DA0C7769-5E6C-6ADC-51CE-9C065FAD144A}"/>
              </a:ext>
            </a:extLst>
          </p:cNvPr>
          <p:cNvSpPr/>
          <p:nvPr/>
        </p:nvSpPr>
        <p:spPr>
          <a:xfrm>
            <a:off x="2150611" y="2008149"/>
            <a:ext cx="792000" cy="683995"/>
          </a:xfrm>
          <a:prstGeom prst="round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84CF5598-413A-0136-C136-CB96C826EE87}"/>
              </a:ext>
            </a:extLst>
          </p:cNvPr>
          <p:cNvSpPr/>
          <p:nvPr/>
        </p:nvSpPr>
        <p:spPr>
          <a:xfrm>
            <a:off x="3150970" y="1892300"/>
            <a:ext cx="4275441" cy="887965"/>
          </a:xfrm>
          <a:prstGeom prst="roundRect">
            <a:avLst>
              <a:gd name="adj" fmla="val 0"/>
            </a:avLst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6">
            <a:extLst>
              <a:ext uri="{FF2B5EF4-FFF2-40B4-BE49-F238E27FC236}">
                <a16:creationId xmlns:a16="http://schemas.microsoft.com/office/drawing/2014/main" id="{2913B129-0898-2055-EDE4-BCF6346D9643}"/>
              </a:ext>
            </a:extLst>
          </p:cNvPr>
          <p:cNvSpPr/>
          <p:nvPr/>
        </p:nvSpPr>
        <p:spPr>
          <a:xfrm>
            <a:off x="3242560" y="2008149"/>
            <a:ext cx="1008000" cy="683995"/>
          </a:xfrm>
          <a:prstGeom prst="roundRect">
            <a:avLst/>
          </a:prstGeom>
          <a:solidFill>
            <a:srgbClr val="BEE4BF"/>
          </a:solidFill>
          <a:ln w="25400">
            <a:solidFill>
              <a:srgbClr val="2A642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IR-PREP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3" name="Rectangle: Rounded Corners 108">
            <a:extLst>
              <a:ext uri="{FF2B5EF4-FFF2-40B4-BE49-F238E27FC236}">
                <a16:creationId xmlns:a16="http://schemas.microsoft.com/office/drawing/2014/main" id="{42D3DC14-C83B-4384-4212-90164FAC3901}"/>
              </a:ext>
            </a:extLst>
          </p:cNvPr>
          <p:cNvSpPr/>
          <p:nvPr/>
        </p:nvSpPr>
        <p:spPr>
          <a:xfrm>
            <a:off x="4250560" y="2008171"/>
            <a:ext cx="3076997" cy="683973"/>
          </a:xfrm>
          <a:prstGeom prst="roundRect">
            <a:avLst/>
          </a:prstGeom>
          <a:solidFill>
            <a:srgbClr val="EFAAAA"/>
          </a:solidFill>
          <a:ln w="25400">
            <a:solidFill>
              <a:srgbClr val="AA202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IR-SUB</a:t>
            </a:r>
          </a:p>
        </p:txBody>
      </p:sp>
      <p:sp>
        <p:nvSpPr>
          <p:cNvPr id="41" name="Rectangle: Rounded Corners 34">
            <a:extLst>
              <a:ext uri="{FF2B5EF4-FFF2-40B4-BE49-F238E27FC236}">
                <a16:creationId xmlns:a16="http://schemas.microsoft.com/office/drawing/2014/main" id="{FBAC22D6-FCB6-3DA8-13E3-339A0A52394B}"/>
              </a:ext>
            </a:extLst>
          </p:cNvPr>
          <p:cNvSpPr/>
          <p:nvPr/>
        </p:nvSpPr>
        <p:spPr>
          <a:xfrm>
            <a:off x="2800548" y="3110514"/>
            <a:ext cx="792000" cy="683995"/>
          </a:xfrm>
          <a:prstGeom prst="round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3AB6BC4-5C05-6959-E2D8-3F210D5447AD}"/>
              </a:ext>
            </a:extLst>
          </p:cNvPr>
          <p:cNvGrpSpPr/>
          <p:nvPr/>
        </p:nvGrpSpPr>
        <p:grpSpPr>
          <a:xfrm>
            <a:off x="7084548" y="3008530"/>
            <a:ext cx="5090984" cy="887965"/>
            <a:chOff x="3744098" y="1892300"/>
            <a:chExt cx="5090984" cy="887965"/>
          </a:xfrm>
        </p:grpSpPr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665888FF-A074-05C0-444E-D9EF448C03F3}"/>
                </a:ext>
              </a:extLst>
            </p:cNvPr>
            <p:cNvSpPr/>
            <p:nvPr/>
          </p:nvSpPr>
          <p:spPr>
            <a:xfrm>
              <a:off x="3744098" y="1892300"/>
              <a:ext cx="5090984" cy="887965"/>
            </a:xfrm>
            <a:prstGeom prst="roundRect">
              <a:avLst>
                <a:gd name="adj" fmla="val 0"/>
              </a:avLst>
            </a:prstGeom>
            <a:pattFill prst="wdUpDiag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: Rounded Corners 36">
              <a:extLst>
                <a:ext uri="{FF2B5EF4-FFF2-40B4-BE49-F238E27FC236}">
                  <a16:creationId xmlns:a16="http://schemas.microsoft.com/office/drawing/2014/main" id="{C260CF6F-344B-BC78-3625-B93914189829}"/>
                </a:ext>
              </a:extLst>
            </p:cNvPr>
            <p:cNvSpPr/>
            <p:nvPr/>
          </p:nvSpPr>
          <p:spPr>
            <a:xfrm>
              <a:off x="3835688" y="2008149"/>
              <a:ext cx="1008000" cy="683995"/>
            </a:xfrm>
            <a:prstGeom prst="roundRect">
              <a:avLst/>
            </a:prstGeom>
            <a:solidFill>
              <a:srgbClr val="BEE4BF"/>
            </a:solidFill>
            <a:ln w="25400">
              <a:solidFill>
                <a:srgbClr val="2A642C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IR-PREP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9" name="Rectangle: Rounded Corners 108">
              <a:extLst>
                <a:ext uri="{FF2B5EF4-FFF2-40B4-BE49-F238E27FC236}">
                  <a16:creationId xmlns:a16="http://schemas.microsoft.com/office/drawing/2014/main" id="{520022BC-7E97-D0C2-55A2-A1BDDB2F6F00}"/>
                </a:ext>
              </a:extLst>
            </p:cNvPr>
            <p:cNvSpPr/>
            <p:nvPr/>
          </p:nvSpPr>
          <p:spPr>
            <a:xfrm>
              <a:off x="4843688" y="2008171"/>
              <a:ext cx="3888000" cy="683973"/>
            </a:xfrm>
            <a:prstGeom prst="roundRect">
              <a:avLst/>
            </a:prstGeom>
            <a:solidFill>
              <a:srgbClr val="EFAAAA"/>
            </a:solidFill>
            <a:ln w="25400">
              <a:solidFill>
                <a:srgbClr val="AA202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IR-SUB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2993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0B8CB-9ED2-65D9-366D-AC843B2E6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Below are checkpoint from </a:t>
            </a:r>
            <a:r>
              <a:rPr lang="en-US" dirty="0" err="1"/>
              <a:t>Leshna</a:t>
            </a:r>
            <a:r>
              <a:rPr lang="en-US" dirty="0"/>
              <a:t> 2026.04.01 9PM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666DC-32A2-079F-3342-4EAB0F732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53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465634E-A81D-20B6-5A09-6961E34447C3}"/>
              </a:ext>
            </a:extLst>
          </p:cNvPr>
          <p:cNvCxnSpPr>
            <a:cxnSpLocks/>
          </p:cNvCxnSpPr>
          <p:nvPr/>
        </p:nvCxnSpPr>
        <p:spPr>
          <a:xfrm>
            <a:off x="21044886" y="5837326"/>
            <a:ext cx="2091062" cy="46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5F4CDC2A-756F-F0BB-A431-FD263BFBF22D}"/>
              </a:ext>
            </a:extLst>
          </p:cNvPr>
          <p:cNvSpPr/>
          <p:nvPr/>
        </p:nvSpPr>
        <p:spPr>
          <a:xfrm>
            <a:off x="3277173" y="679450"/>
            <a:ext cx="17823305" cy="684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98D17D-CCF6-90CA-FDA2-4453CCADBD41}"/>
              </a:ext>
            </a:extLst>
          </p:cNvPr>
          <p:cNvSpPr txBox="1"/>
          <p:nvPr/>
        </p:nvSpPr>
        <p:spPr>
          <a:xfrm>
            <a:off x="1036129" y="2128482"/>
            <a:ext cx="411141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188FA3-4285-2385-72C4-FCCA3871CACC}"/>
              </a:ext>
            </a:extLst>
          </p:cNvPr>
          <p:cNvSpPr txBox="1"/>
          <p:nvPr/>
        </p:nvSpPr>
        <p:spPr>
          <a:xfrm>
            <a:off x="1036130" y="3282973"/>
            <a:ext cx="411141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C6AAD79-DA96-51EC-2C7F-B1ADC090EC2A}"/>
              </a:ext>
            </a:extLst>
          </p:cNvPr>
          <p:cNvSpPr txBox="1"/>
          <p:nvPr/>
        </p:nvSpPr>
        <p:spPr>
          <a:xfrm>
            <a:off x="1036129" y="4451977"/>
            <a:ext cx="411141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C4D845-998C-7DE1-FF10-24EC340612B2}"/>
              </a:ext>
            </a:extLst>
          </p:cNvPr>
          <p:cNvSpPr txBox="1"/>
          <p:nvPr/>
        </p:nvSpPr>
        <p:spPr>
          <a:xfrm>
            <a:off x="1036129" y="5620982"/>
            <a:ext cx="547344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50E4982-4D17-35B2-AC85-D4C48A179325}"/>
              </a:ext>
            </a:extLst>
          </p:cNvPr>
          <p:cNvGrpSpPr/>
          <p:nvPr/>
        </p:nvGrpSpPr>
        <p:grpSpPr>
          <a:xfrm>
            <a:off x="3056489" y="2008149"/>
            <a:ext cx="1976379" cy="683995"/>
            <a:chOff x="2973361" y="2070767"/>
            <a:chExt cx="1976379" cy="683995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7E0C28DB-66BE-594F-57EA-B205C2DBB4CF}"/>
                </a:ext>
              </a:extLst>
            </p:cNvPr>
            <p:cNvSpPr/>
            <p:nvPr/>
          </p:nvSpPr>
          <p:spPr>
            <a:xfrm>
              <a:off x="2973361" y="2070767"/>
              <a:ext cx="792000" cy="683995"/>
            </a:xfrm>
            <a:prstGeom prst="round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B71B87C9-5A6D-A4BA-3B2D-38F2CD93B47F}"/>
                </a:ext>
              </a:extLst>
            </p:cNvPr>
            <p:cNvSpPr/>
            <p:nvPr/>
          </p:nvSpPr>
          <p:spPr>
            <a:xfrm>
              <a:off x="3941740" y="2070767"/>
              <a:ext cx="1008000" cy="683995"/>
            </a:xfrm>
            <a:prstGeom prst="roundRect">
              <a:avLst/>
            </a:prstGeom>
            <a:solidFill>
              <a:srgbClr val="BEE4BF"/>
            </a:solidFill>
            <a:ln w="25400">
              <a:solidFill>
                <a:srgbClr val="2A642C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IR-PREP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155A77F0-4EFC-9C03-B5FF-33B4F19F371B}"/>
              </a:ext>
            </a:extLst>
          </p:cNvPr>
          <p:cNvGrpSpPr/>
          <p:nvPr/>
        </p:nvGrpSpPr>
        <p:grpSpPr>
          <a:xfrm>
            <a:off x="5166931" y="1697221"/>
            <a:ext cx="5256558" cy="4731488"/>
            <a:chOff x="5359957" y="1709365"/>
            <a:chExt cx="5256558" cy="4731488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C0575988-1CB9-52C2-622D-709C12CC9A70}"/>
                </a:ext>
              </a:extLst>
            </p:cNvPr>
            <p:cNvSpPr/>
            <p:nvPr/>
          </p:nvSpPr>
          <p:spPr>
            <a:xfrm>
              <a:off x="9356236" y="5507472"/>
              <a:ext cx="1152000" cy="683995"/>
            </a:xfrm>
            <a:prstGeom prst="roundRect">
              <a:avLst/>
            </a:prstGeom>
            <a:solidFill>
              <a:srgbClr val="BEE4BF"/>
            </a:solidFill>
            <a:ln w="25400">
              <a:solidFill>
                <a:srgbClr val="2A642C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FREE IOVA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8F579D7C-C864-6E68-9C17-82BB5AAA4AB6}"/>
                </a:ext>
              </a:extLst>
            </p:cNvPr>
            <p:cNvSpPr/>
            <p:nvPr/>
          </p:nvSpPr>
          <p:spPr>
            <a:xfrm>
              <a:off x="5359957" y="5507483"/>
              <a:ext cx="3888000" cy="683973"/>
            </a:xfrm>
            <a:prstGeom prst="roundRect">
              <a:avLst/>
            </a:prstGeom>
            <a:solidFill>
              <a:srgbClr val="EFAAAA"/>
            </a:solidFill>
            <a:ln w="25400">
              <a:solidFill>
                <a:srgbClr val="AA202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IR-SUB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29F479E-DD98-E634-E659-D7A7FF89344E}"/>
                </a:ext>
              </a:extLst>
            </p:cNvPr>
            <p:cNvCxnSpPr/>
            <p:nvPr/>
          </p:nvCxnSpPr>
          <p:spPr>
            <a:xfrm>
              <a:off x="10616515" y="1709365"/>
              <a:ext cx="0" cy="4731488"/>
            </a:xfrm>
            <a:prstGeom prst="line">
              <a:avLst/>
            </a:prstGeom>
            <a:ln w="22225">
              <a:solidFill>
                <a:schemeClr val="tx1">
                  <a:alpha val="99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A65DE24-5833-2BE6-5FD2-CCE2008E310E}"/>
              </a:ext>
            </a:extLst>
          </p:cNvPr>
          <p:cNvGrpSpPr/>
          <p:nvPr/>
        </p:nvGrpSpPr>
        <p:grpSpPr>
          <a:xfrm>
            <a:off x="5384704" y="3169154"/>
            <a:ext cx="1976379" cy="683995"/>
            <a:chOff x="2973361" y="2070767"/>
            <a:chExt cx="1976379" cy="683995"/>
          </a:xfrm>
        </p:grpSpPr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2F39D183-765E-6ABB-0687-470486265EA5}"/>
                </a:ext>
              </a:extLst>
            </p:cNvPr>
            <p:cNvSpPr/>
            <p:nvPr/>
          </p:nvSpPr>
          <p:spPr>
            <a:xfrm>
              <a:off x="2973361" y="2070767"/>
              <a:ext cx="792000" cy="683995"/>
            </a:xfrm>
            <a:prstGeom prst="round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455959F6-6D31-3B0A-F539-7FA804B3606A}"/>
                </a:ext>
              </a:extLst>
            </p:cNvPr>
            <p:cNvSpPr/>
            <p:nvPr/>
          </p:nvSpPr>
          <p:spPr>
            <a:xfrm>
              <a:off x="3941740" y="2070767"/>
              <a:ext cx="1008000" cy="683995"/>
            </a:xfrm>
            <a:prstGeom prst="roundRect">
              <a:avLst/>
            </a:prstGeom>
            <a:solidFill>
              <a:srgbClr val="BEE4BF"/>
            </a:solidFill>
            <a:ln w="25400">
              <a:solidFill>
                <a:srgbClr val="2A642C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IR-PREP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F2EEEE43-E35D-E0D7-EF59-1C822158BE62}"/>
              </a:ext>
            </a:extLst>
          </p:cNvPr>
          <p:cNvGrpSpPr/>
          <p:nvPr/>
        </p:nvGrpSpPr>
        <p:grpSpPr>
          <a:xfrm>
            <a:off x="5556768" y="4328952"/>
            <a:ext cx="1976379" cy="683995"/>
            <a:chOff x="2973361" y="2070767"/>
            <a:chExt cx="1976379" cy="683995"/>
          </a:xfrm>
        </p:grpSpPr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FFA75E92-A0BB-30ED-966D-DF797CB49513}"/>
                </a:ext>
              </a:extLst>
            </p:cNvPr>
            <p:cNvSpPr/>
            <p:nvPr/>
          </p:nvSpPr>
          <p:spPr>
            <a:xfrm>
              <a:off x="2973361" y="2070767"/>
              <a:ext cx="792000" cy="683995"/>
            </a:xfrm>
            <a:prstGeom prst="round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1246F158-BF47-C1C9-FE67-84239595B7BA}"/>
                </a:ext>
              </a:extLst>
            </p:cNvPr>
            <p:cNvSpPr/>
            <p:nvPr/>
          </p:nvSpPr>
          <p:spPr>
            <a:xfrm>
              <a:off x="3941740" y="2070767"/>
              <a:ext cx="1008000" cy="683995"/>
            </a:xfrm>
            <a:prstGeom prst="roundRect">
              <a:avLst/>
            </a:prstGeom>
            <a:solidFill>
              <a:srgbClr val="BEE4BF"/>
            </a:solidFill>
            <a:ln w="25400">
              <a:solidFill>
                <a:srgbClr val="2A642C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IR-PREP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ABEE9A05-714E-C5CE-5EA5-8B93389250B0}"/>
              </a:ext>
            </a:extLst>
          </p:cNvPr>
          <p:cNvGrpSpPr/>
          <p:nvPr/>
        </p:nvGrpSpPr>
        <p:grpSpPr>
          <a:xfrm>
            <a:off x="10531769" y="1697221"/>
            <a:ext cx="5256558" cy="4731488"/>
            <a:chOff x="10531769" y="1697984"/>
            <a:chExt cx="5256558" cy="4731488"/>
          </a:xfrm>
        </p:grpSpPr>
        <p:sp>
          <p:nvSpPr>
            <p:cNvPr id="105" name="Rectangle: Rounded Corners 104">
              <a:extLst>
                <a:ext uri="{FF2B5EF4-FFF2-40B4-BE49-F238E27FC236}">
                  <a16:creationId xmlns:a16="http://schemas.microsoft.com/office/drawing/2014/main" id="{77E80A65-366D-6C96-6784-339843EDDFBF}"/>
                </a:ext>
              </a:extLst>
            </p:cNvPr>
            <p:cNvSpPr/>
            <p:nvPr/>
          </p:nvSpPr>
          <p:spPr>
            <a:xfrm>
              <a:off x="14528048" y="5496091"/>
              <a:ext cx="1152000" cy="683995"/>
            </a:xfrm>
            <a:prstGeom prst="roundRect">
              <a:avLst/>
            </a:prstGeom>
            <a:solidFill>
              <a:srgbClr val="BEE4BF"/>
            </a:solidFill>
            <a:ln w="25400">
              <a:solidFill>
                <a:srgbClr val="2A642C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FREE IOVA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1,2</a:t>
              </a:r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F5307CDB-3AC7-E76C-199E-A5E7E4FFEC40}"/>
                </a:ext>
              </a:extLst>
            </p:cNvPr>
            <p:cNvSpPr/>
            <p:nvPr/>
          </p:nvSpPr>
          <p:spPr>
            <a:xfrm>
              <a:off x="10531769" y="5496102"/>
              <a:ext cx="3888000" cy="683973"/>
            </a:xfrm>
            <a:prstGeom prst="roundRect">
              <a:avLst/>
            </a:prstGeom>
            <a:solidFill>
              <a:srgbClr val="EFAAAA"/>
            </a:solidFill>
            <a:ln w="28575">
              <a:solidFill>
                <a:srgbClr val="AA202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IR-SUB</a:t>
              </a:r>
            </a:p>
          </p:txBody>
        </p: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0C04FC76-B9EF-53C8-A0D2-20455EB85F8F}"/>
                </a:ext>
              </a:extLst>
            </p:cNvPr>
            <p:cNvCxnSpPr/>
            <p:nvPr/>
          </p:nvCxnSpPr>
          <p:spPr>
            <a:xfrm>
              <a:off x="15788327" y="1697984"/>
              <a:ext cx="0" cy="4731488"/>
            </a:xfrm>
            <a:prstGeom prst="line">
              <a:avLst/>
            </a:prstGeom>
            <a:ln w="22225">
              <a:solidFill>
                <a:schemeClr val="tx1">
                  <a:alpha val="99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899BDC1E-6EBB-C15B-6908-31BFFF108339}"/>
              </a:ext>
            </a:extLst>
          </p:cNvPr>
          <p:cNvSpPr/>
          <p:nvPr/>
        </p:nvSpPr>
        <p:spPr>
          <a:xfrm>
            <a:off x="15896607" y="5495339"/>
            <a:ext cx="3888000" cy="683973"/>
          </a:xfrm>
          <a:prstGeom prst="roundRect">
            <a:avLst/>
          </a:prstGeom>
          <a:solidFill>
            <a:srgbClr val="EFAAAA"/>
          </a:solidFill>
          <a:ln w="25400">
            <a:solidFill>
              <a:srgbClr val="AA202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IR-SUB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9B6371C2-9B6C-B92F-9FA1-A23A1EC96668}"/>
              </a:ext>
            </a:extLst>
          </p:cNvPr>
          <p:cNvSpPr/>
          <p:nvPr/>
        </p:nvSpPr>
        <p:spPr>
          <a:xfrm>
            <a:off x="19892886" y="5495328"/>
            <a:ext cx="1152000" cy="683995"/>
          </a:xfrm>
          <a:prstGeom prst="roundRect">
            <a:avLst/>
          </a:prstGeom>
          <a:solidFill>
            <a:srgbClr val="BEE4BF"/>
          </a:solidFill>
          <a:ln w="25400">
            <a:solidFill>
              <a:srgbClr val="2A642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IOVA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3B4AD129-8512-B4E1-7862-A1402AE5B3EE}"/>
              </a:ext>
            </a:extLst>
          </p:cNvPr>
          <p:cNvSpPr/>
          <p:nvPr/>
        </p:nvSpPr>
        <p:spPr>
          <a:xfrm>
            <a:off x="10531769" y="2008149"/>
            <a:ext cx="1008000" cy="683995"/>
          </a:xfrm>
          <a:prstGeom prst="roundRect">
            <a:avLst/>
          </a:prstGeom>
          <a:solidFill>
            <a:srgbClr val="C3DEEE"/>
          </a:solidFill>
          <a:ln w="25400">
            <a:solidFill>
              <a:srgbClr val="235D7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PFN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9285AA6B-0104-E843-A0F4-329DC66DC5E2}"/>
              </a:ext>
            </a:extLst>
          </p:cNvPr>
          <p:cNvSpPr/>
          <p:nvPr/>
        </p:nvSpPr>
        <p:spPr>
          <a:xfrm>
            <a:off x="21261445" y="2008149"/>
            <a:ext cx="1008000" cy="683995"/>
          </a:xfrm>
          <a:prstGeom prst="roundRect">
            <a:avLst/>
          </a:prstGeom>
          <a:solidFill>
            <a:srgbClr val="C3DEEE"/>
          </a:solidFill>
          <a:ln w="25400">
            <a:solidFill>
              <a:srgbClr val="235D7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PFN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9C9A3663-0647-D2AE-9B26-E6571C3844CF}"/>
              </a:ext>
            </a:extLst>
          </p:cNvPr>
          <p:cNvGrpSpPr/>
          <p:nvPr/>
        </p:nvGrpSpPr>
        <p:grpSpPr>
          <a:xfrm>
            <a:off x="13485896" y="2010939"/>
            <a:ext cx="1976379" cy="683995"/>
            <a:chOff x="2973361" y="2070767"/>
            <a:chExt cx="1976379" cy="683995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8B313BA7-6732-17A7-12E9-0CA39596C1DF}"/>
                </a:ext>
              </a:extLst>
            </p:cNvPr>
            <p:cNvSpPr/>
            <p:nvPr/>
          </p:nvSpPr>
          <p:spPr>
            <a:xfrm>
              <a:off x="2973361" y="2070767"/>
              <a:ext cx="792000" cy="683995"/>
            </a:xfrm>
            <a:prstGeom prst="round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20" name="Rectangle: Rounded Corners 119">
              <a:extLst>
                <a:ext uri="{FF2B5EF4-FFF2-40B4-BE49-F238E27FC236}">
                  <a16:creationId xmlns:a16="http://schemas.microsoft.com/office/drawing/2014/main" id="{CAEBDC9A-2204-20CE-5C73-651A8081588A}"/>
                </a:ext>
              </a:extLst>
            </p:cNvPr>
            <p:cNvSpPr/>
            <p:nvPr/>
          </p:nvSpPr>
          <p:spPr>
            <a:xfrm>
              <a:off x="3941740" y="2070767"/>
              <a:ext cx="1008000" cy="683995"/>
            </a:xfrm>
            <a:prstGeom prst="roundRect">
              <a:avLst/>
            </a:prstGeom>
            <a:solidFill>
              <a:srgbClr val="BEE4BF"/>
            </a:solidFill>
            <a:ln w="25400">
              <a:solidFill>
                <a:srgbClr val="2A642C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IR-PREP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122" name="TextBox 121">
            <a:extLst>
              <a:ext uri="{FF2B5EF4-FFF2-40B4-BE49-F238E27FC236}">
                <a16:creationId xmlns:a16="http://schemas.microsoft.com/office/drawing/2014/main" id="{58E5D87B-7F55-D194-C48C-33E3405FF705}"/>
              </a:ext>
            </a:extLst>
          </p:cNvPr>
          <p:cNvSpPr txBox="1"/>
          <p:nvPr/>
        </p:nvSpPr>
        <p:spPr>
          <a:xfrm>
            <a:off x="15294690" y="1476203"/>
            <a:ext cx="411141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06AE57C5-9518-92E2-DA00-C8A99A2BC107}"/>
              </a:ext>
            </a:extLst>
          </p:cNvPr>
          <p:cNvGrpSpPr/>
          <p:nvPr/>
        </p:nvGrpSpPr>
        <p:grpSpPr>
          <a:xfrm>
            <a:off x="9929851" y="1491485"/>
            <a:ext cx="411142" cy="5222877"/>
            <a:chOff x="9929851" y="1470817"/>
            <a:chExt cx="411142" cy="5222877"/>
          </a:xfrm>
        </p:grpSpPr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C3EC6E71-2E29-61E4-E3C2-F26160C06FE2}"/>
                </a:ext>
              </a:extLst>
            </p:cNvPr>
            <p:cNvSpPr txBox="1"/>
            <p:nvPr/>
          </p:nvSpPr>
          <p:spPr>
            <a:xfrm>
              <a:off x="9929852" y="1470817"/>
              <a:ext cx="411141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l"/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IN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77564CAB-5039-9F42-23CA-7C80C7CD4EED}"/>
                </a:ext>
              </a:extLst>
            </p:cNvPr>
            <p:cNvSpPr txBox="1"/>
            <p:nvPr/>
          </p:nvSpPr>
          <p:spPr>
            <a:xfrm>
              <a:off x="9929851" y="6251659"/>
              <a:ext cx="411141" cy="442035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l"/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IN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22143FF9-CD30-E7E0-E1ED-5A057407A23A}"/>
              </a:ext>
            </a:extLst>
          </p:cNvPr>
          <p:cNvSpPr txBox="1"/>
          <p:nvPr/>
        </p:nvSpPr>
        <p:spPr>
          <a:xfrm>
            <a:off x="15294690" y="6251658"/>
            <a:ext cx="411141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CCEAC03F-162A-66E6-DFA5-211803688AA9}"/>
              </a:ext>
            </a:extLst>
          </p:cNvPr>
          <p:cNvCxnSpPr>
            <a:cxnSpLocks/>
          </p:cNvCxnSpPr>
          <p:nvPr/>
        </p:nvCxnSpPr>
        <p:spPr>
          <a:xfrm>
            <a:off x="1967948" y="3511152"/>
            <a:ext cx="34167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B65205A7-35D0-C2FD-C3BC-8D87A774E363}"/>
              </a:ext>
            </a:extLst>
          </p:cNvPr>
          <p:cNvCxnSpPr>
            <a:stCxn id="83" idx="3"/>
            <a:endCxn id="84" idx="1"/>
          </p:cNvCxnSpPr>
          <p:nvPr/>
        </p:nvCxnSpPr>
        <p:spPr>
          <a:xfrm>
            <a:off x="6176704" y="3511152"/>
            <a:ext cx="1763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EF05F237-19E7-B01A-17DF-AFCC6849A3F3}"/>
              </a:ext>
            </a:extLst>
          </p:cNvPr>
          <p:cNvCxnSpPr>
            <a:cxnSpLocks/>
          </p:cNvCxnSpPr>
          <p:nvPr/>
        </p:nvCxnSpPr>
        <p:spPr>
          <a:xfrm>
            <a:off x="16904607" y="4657837"/>
            <a:ext cx="623134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8856C310-C4CE-64BD-F5A5-EE1F4C80B0BA}"/>
              </a:ext>
            </a:extLst>
          </p:cNvPr>
          <p:cNvCxnSpPr>
            <a:cxnSpLocks/>
          </p:cNvCxnSpPr>
          <p:nvPr/>
        </p:nvCxnSpPr>
        <p:spPr>
          <a:xfrm flipV="1">
            <a:off x="16904607" y="3503991"/>
            <a:ext cx="6231341" cy="71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96A31D7A-3C14-FAA6-F7A2-754EBAEFB91B}"/>
              </a:ext>
            </a:extLst>
          </p:cNvPr>
          <p:cNvCxnSpPr>
            <a:cxnSpLocks/>
          </p:cNvCxnSpPr>
          <p:nvPr/>
        </p:nvCxnSpPr>
        <p:spPr>
          <a:xfrm>
            <a:off x="1967948" y="4670950"/>
            <a:ext cx="35888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1A6B7CCB-C905-95C8-C358-A763156B1F3A}"/>
              </a:ext>
            </a:extLst>
          </p:cNvPr>
          <p:cNvCxnSpPr>
            <a:cxnSpLocks/>
          </p:cNvCxnSpPr>
          <p:nvPr/>
        </p:nvCxnSpPr>
        <p:spPr>
          <a:xfrm flipV="1">
            <a:off x="1967948" y="5837326"/>
            <a:ext cx="3198983" cy="4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74C19AF7-4E07-985F-E2F3-9A017A17AD74}"/>
              </a:ext>
            </a:extLst>
          </p:cNvPr>
          <p:cNvCxnSpPr>
            <a:cxnSpLocks/>
          </p:cNvCxnSpPr>
          <p:nvPr/>
        </p:nvCxnSpPr>
        <p:spPr>
          <a:xfrm flipV="1">
            <a:off x="22269445" y="2349500"/>
            <a:ext cx="866503" cy="6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FB4C2F1C-FEDE-F3DE-4DE8-BA444725CB0E}"/>
              </a:ext>
            </a:extLst>
          </p:cNvPr>
          <p:cNvCxnSpPr>
            <a:stCxn id="37" idx="3"/>
            <a:endCxn id="113" idx="1"/>
          </p:cNvCxnSpPr>
          <p:nvPr/>
        </p:nvCxnSpPr>
        <p:spPr>
          <a:xfrm>
            <a:off x="5032868" y="2350147"/>
            <a:ext cx="549890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5F129C9E-E61D-341C-C641-B3BB10B3AC96}"/>
              </a:ext>
            </a:extLst>
          </p:cNvPr>
          <p:cNvCxnSpPr>
            <a:cxnSpLocks/>
          </p:cNvCxnSpPr>
          <p:nvPr/>
        </p:nvCxnSpPr>
        <p:spPr>
          <a:xfrm>
            <a:off x="1967948" y="2349500"/>
            <a:ext cx="1088541" cy="6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7F1D4D0A-1A30-2A5A-A2FF-54AF7A06151A}"/>
              </a:ext>
            </a:extLst>
          </p:cNvPr>
          <p:cNvCxnSpPr>
            <a:stCxn id="113" idx="3"/>
            <a:endCxn id="119" idx="1"/>
          </p:cNvCxnSpPr>
          <p:nvPr/>
        </p:nvCxnSpPr>
        <p:spPr>
          <a:xfrm>
            <a:off x="11539769" y="2350147"/>
            <a:ext cx="1946127" cy="27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39FD9477-1C2D-430B-88D1-287AC598B4BC}"/>
              </a:ext>
            </a:extLst>
          </p:cNvPr>
          <p:cNvCxnSpPr>
            <a:stCxn id="87" idx="3"/>
            <a:endCxn id="116" idx="1"/>
          </p:cNvCxnSpPr>
          <p:nvPr/>
        </p:nvCxnSpPr>
        <p:spPr>
          <a:xfrm flipV="1">
            <a:off x="7533147" y="4657837"/>
            <a:ext cx="8363460" cy="13113"/>
          </a:xfrm>
          <a:prstGeom prst="straightConnector1">
            <a:avLst/>
          </a:prstGeom>
          <a:ln w="63500">
            <a:solidFill>
              <a:srgbClr val="AA202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773846C2-1F40-DE1C-14D7-0FA5C2A7094B}"/>
              </a:ext>
            </a:extLst>
          </p:cNvPr>
          <p:cNvCxnSpPr>
            <a:stCxn id="84" idx="3"/>
            <a:endCxn id="115" idx="1"/>
          </p:cNvCxnSpPr>
          <p:nvPr/>
        </p:nvCxnSpPr>
        <p:spPr>
          <a:xfrm>
            <a:off x="7361083" y="3511152"/>
            <a:ext cx="8535524" cy="0"/>
          </a:xfrm>
          <a:prstGeom prst="straightConnector1">
            <a:avLst/>
          </a:prstGeom>
          <a:ln w="63500">
            <a:solidFill>
              <a:srgbClr val="AA2020"/>
            </a:solidFill>
            <a:prstDash val="solid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F831A6A-E54F-69B7-CDCE-D96C25254BDD}"/>
              </a:ext>
            </a:extLst>
          </p:cNvPr>
          <p:cNvCxnSpPr>
            <a:stCxn id="120" idx="3"/>
            <a:endCxn id="117" idx="1"/>
          </p:cNvCxnSpPr>
          <p:nvPr/>
        </p:nvCxnSpPr>
        <p:spPr>
          <a:xfrm flipV="1">
            <a:off x="15462275" y="2350147"/>
            <a:ext cx="5799170" cy="2790"/>
          </a:xfrm>
          <a:prstGeom prst="straightConnector1">
            <a:avLst/>
          </a:prstGeom>
          <a:ln w="63500">
            <a:solidFill>
              <a:srgbClr val="AA202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35F537C7-C462-161B-8B3C-59B1FC723972}"/>
              </a:ext>
            </a:extLst>
          </p:cNvPr>
          <p:cNvCxnSpPr>
            <a:stCxn id="35" idx="3"/>
            <a:endCxn id="37" idx="1"/>
          </p:cNvCxnSpPr>
          <p:nvPr/>
        </p:nvCxnSpPr>
        <p:spPr>
          <a:xfrm>
            <a:off x="3848489" y="2350147"/>
            <a:ext cx="1763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762FE0D7-3E0C-3A6E-7614-10EF2F1844B3}"/>
              </a:ext>
            </a:extLst>
          </p:cNvPr>
          <p:cNvCxnSpPr>
            <a:stCxn id="86" idx="3"/>
            <a:endCxn id="87" idx="1"/>
          </p:cNvCxnSpPr>
          <p:nvPr/>
        </p:nvCxnSpPr>
        <p:spPr>
          <a:xfrm>
            <a:off x="6348768" y="4670950"/>
            <a:ext cx="1763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17E51A28-22C7-3966-826F-238BD372FD01}"/>
              </a:ext>
            </a:extLst>
          </p:cNvPr>
          <p:cNvCxnSpPr>
            <a:stCxn id="65" idx="3"/>
            <a:endCxn id="42" idx="1"/>
          </p:cNvCxnSpPr>
          <p:nvPr/>
        </p:nvCxnSpPr>
        <p:spPr>
          <a:xfrm>
            <a:off x="9054931" y="5837326"/>
            <a:ext cx="1082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489D4306-5535-EC93-90C6-E783D7833B36}"/>
              </a:ext>
            </a:extLst>
          </p:cNvPr>
          <p:cNvCxnSpPr>
            <a:stCxn id="42" idx="3"/>
            <a:endCxn id="106" idx="1"/>
          </p:cNvCxnSpPr>
          <p:nvPr/>
        </p:nvCxnSpPr>
        <p:spPr>
          <a:xfrm>
            <a:off x="10315210" y="5837326"/>
            <a:ext cx="2165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F2BFCD7F-C218-477A-D951-B59564B84461}"/>
              </a:ext>
            </a:extLst>
          </p:cNvPr>
          <p:cNvCxnSpPr>
            <a:stCxn id="106" idx="3"/>
            <a:endCxn id="105" idx="1"/>
          </p:cNvCxnSpPr>
          <p:nvPr/>
        </p:nvCxnSpPr>
        <p:spPr>
          <a:xfrm>
            <a:off x="14419769" y="5837326"/>
            <a:ext cx="1082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EA58C030-89FF-CACA-5F6C-E317920910A8}"/>
              </a:ext>
            </a:extLst>
          </p:cNvPr>
          <p:cNvCxnSpPr>
            <a:stCxn id="105" idx="3"/>
            <a:endCxn id="109" idx="1"/>
          </p:cNvCxnSpPr>
          <p:nvPr/>
        </p:nvCxnSpPr>
        <p:spPr>
          <a:xfrm>
            <a:off x="15680048" y="5837326"/>
            <a:ext cx="2165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6800CF65-43FB-E98A-B320-06C72D8F89AD}"/>
              </a:ext>
            </a:extLst>
          </p:cNvPr>
          <p:cNvCxnSpPr>
            <a:stCxn id="109" idx="3"/>
            <a:endCxn id="108" idx="1"/>
          </p:cNvCxnSpPr>
          <p:nvPr/>
        </p:nvCxnSpPr>
        <p:spPr>
          <a:xfrm>
            <a:off x="19784607" y="5837326"/>
            <a:ext cx="1082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DD4C5709-A61A-633B-C512-00A6ECA618A4}"/>
              </a:ext>
            </a:extLst>
          </p:cNvPr>
          <p:cNvCxnSpPr>
            <a:stCxn id="119" idx="3"/>
            <a:endCxn id="120" idx="1"/>
          </p:cNvCxnSpPr>
          <p:nvPr/>
        </p:nvCxnSpPr>
        <p:spPr>
          <a:xfrm>
            <a:off x="14277896" y="2352937"/>
            <a:ext cx="1763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15246F7B-3E2E-4E07-03CC-3A35A6C6052D}"/>
              </a:ext>
            </a:extLst>
          </p:cNvPr>
          <p:cNvSpPr/>
          <p:nvPr/>
        </p:nvSpPr>
        <p:spPr>
          <a:xfrm>
            <a:off x="15896607" y="4315839"/>
            <a:ext cx="1008000" cy="683995"/>
          </a:xfrm>
          <a:prstGeom prst="roundRect">
            <a:avLst/>
          </a:prstGeom>
          <a:solidFill>
            <a:srgbClr val="C3DEEE"/>
          </a:solidFill>
          <a:ln w="25400">
            <a:solidFill>
              <a:srgbClr val="235D7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PFN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486319F5-AC64-FFEC-A7DF-72EE47BD0A50}"/>
              </a:ext>
            </a:extLst>
          </p:cNvPr>
          <p:cNvSpPr/>
          <p:nvPr/>
        </p:nvSpPr>
        <p:spPr>
          <a:xfrm>
            <a:off x="15896607" y="3169154"/>
            <a:ext cx="1008000" cy="683995"/>
          </a:xfrm>
          <a:prstGeom prst="roundRect">
            <a:avLst/>
          </a:prstGeom>
          <a:solidFill>
            <a:srgbClr val="C3DEEE"/>
          </a:solidFill>
          <a:ln w="25400">
            <a:solidFill>
              <a:srgbClr val="235D7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PFN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696F2AE0-65DE-A978-CEC0-0A6AE681C618}"/>
              </a:ext>
            </a:extLst>
          </p:cNvPr>
          <p:cNvGrpSpPr/>
          <p:nvPr/>
        </p:nvGrpSpPr>
        <p:grpSpPr>
          <a:xfrm>
            <a:off x="3815975" y="834895"/>
            <a:ext cx="3076609" cy="380480"/>
            <a:chOff x="3815975" y="841637"/>
            <a:chExt cx="3076609" cy="38048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09E57C7-F6D4-95ED-16AB-F3AB112D507E}"/>
                </a:ext>
              </a:extLst>
            </p:cNvPr>
            <p:cNvSpPr txBox="1"/>
            <p:nvPr/>
          </p:nvSpPr>
          <p:spPr>
            <a:xfrm>
              <a:off x="4645218" y="841637"/>
              <a:ext cx="2247366" cy="38048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l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IOMMU Subsystem</a:t>
              </a:r>
            </a:p>
          </p:txBody>
        </p:sp>
        <p:sp>
          <p:nvSpPr>
            <p:cNvPr id="194" name="Rectangle: Rounded Corners 193">
              <a:extLst>
                <a:ext uri="{FF2B5EF4-FFF2-40B4-BE49-F238E27FC236}">
                  <a16:creationId xmlns:a16="http://schemas.microsoft.com/office/drawing/2014/main" id="{C7A82258-5652-185A-FB05-5E196AC23FD4}"/>
                </a:ext>
              </a:extLst>
            </p:cNvPr>
            <p:cNvSpPr/>
            <p:nvPr/>
          </p:nvSpPr>
          <p:spPr>
            <a:xfrm>
              <a:off x="3815975" y="858125"/>
              <a:ext cx="829244" cy="347504"/>
            </a:xfrm>
            <a:prstGeom prst="roundRect">
              <a:avLst/>
            </a:prstGeom>
            <a:solidFill>
              <a:srgbClr val="BEE4BF"/>
            </a:solidFill>
            <a:ln w="28575">
              <a:solidFill>
                <a:srgbClr val="2A642C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83295205-8801-0A69-33E9-AB6693F4A010}"/>
              </a:ext>
            </a:extLst>
          </p:cNvPr>
          <p:cNvGrpSpPr/>
          <p:nvPr/>
        </p:nvGrpSpPr>
        <p:grpSpPr>
          <a:xfrm>
            <a:off x="11896910" y="834895"/>
            <a:ext cx="2162650" cy="380480"/>
            <a:chOff x="11373470" y="834638"/>
            <a:chExt cx="2162650" cy="38048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53809AE-E295-35B3-1BF2-3C00678486E3}"/>
                </a:ext>
              </a:extLst>
            </p:cNvPr>
            <p:cNvSpPr txBox="1"/>
            <p:nvPr/>
          </p:nvSpPr>
          <p:spPr>
            <a:xfrm>
              <a:off x="12197654" y="834638"/>
              <a:ext cx="1338466" cy="38048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l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NIC Driver</a:t>
              </a:r>
            </a:p>
          </p:txBody>
        </p:sp>
        <p:sp>
          <p:nvSpPr>
            <p:cNvPr id="195" name="Rectangle: Rounded Corners 194">
              <a:extLst>
                <a:ext uri="{FF2B5EF4-FFF2-40B4-BE49-F238E27FC236}">
                  <a16:creationId xmlns:a16="http://schemas.microsoft.com/office/drawing/2014/main" id="{7B43EC9D-D23D-D154-44AC-07CEFD308FFD}"/>
                </a:ext>
              </a:extLst>
            </p:cNvPr>
            <p:cNvSpPr/>
            <p:nvPr/>
          </p:nvSpPr>
          <p:spPr>
            <a:xfrm>
              <a:off x="11373470" y="851126"/>
              <a:ext cx="829244" cy="347504"/>
            </a:xfrm>
            <a:prstGeom prst="roundRect">
              <a:avLst/>
            </a:prstGeom>
            <a:solidFill>
              <a:srgbClr val="C3DEEE"/>
            </a:solidFill>
            <a:ln w="25400">
              <a:solidFill>
                <a:srgbClr val="235D7F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3BC069C5-17D3-DF6B-8A2E-E3E85DAD08C8}"/>
              </a:ext>
            </a:extLst>
          </p:cNvPr>
          <p:cNvGrpSpPr/>
          <p:nvPr/>
        </p:nvGrpSpPr>
        <p:grpSpPr>
          <a:xfrm>
            <a:off x="7635761" y="834895"/>
            <a:ext cx="3517972" cy="380480"/>
            <a:chOff x="7592192" y="837119"/>
            <a:chExt cx="3517972" cy="38048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58FF1E7-DB33-1F56-5F0D-E249489DC3CE}"/>
                </a:ext>
              </a:extLst>
            </p:cNvPr>
            <p:cNvSpPr txBox="1"/>
            <p:nvPr/>
          </p:nvSpPr>
          <p:spPr>
            <a:xfrm>
              <a:off x="8421435" y="837119"/>
              <a:ext cx="2688729" cy="38048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l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VM Exit + IOMMU HW</a:t>
              </a:r>
            </a:p>
          </p:txBody>
        </p:sp>
        <p:sp>
          <p:nvSpPr>
            <p:cNvPr id="196" name="Rectangle: Rounded Corners 195">
              <a:extLst>
                <a:ext uri="{FF2B5EF4-FFF2-40B4-BE49-F238E27FC236}">
                  <a16:creationId xmlns:a16="http://schemas.microsoft.com/office/drawing/2014/main" id="{C04004DD-0E80-C53D-B96F-8645409E8399}"/>
                </a:ext>
              </a:extLst>
            </p:cNvPr>
            <p:cNvSpPr/>
            <p:nvPr/>
          </p:nvSpPr>
          <p:spPr>
            <a:xfrm>
              <a:off x="7592192" y="853607"/>
              <a:ext cx="829244" cy="347504"/>
            </a:xfrm>
            <a:prstGeom prst="roundRect">
              <a:avLst/>
            </a:prstGeom>
            <a:solidFill>
              <a:srgbClr val="EFAAAA"/>
            </a:solidFill>
            <a:ln w="25400">
              <a:solidFill>
                <a:srgbClr val="AA202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ECAD024D-1BA3-ED2D-311B-10C9BA95C171}"/>
              </a:ext>
            </a:extLst>
          </p:cNvPr>
          <p:cNvGrpSpPr/>
          <p:nvPr/>
        </p:nvGrpSpPr>
        <p:grpSpPr>
          <a:xfrm>
            <a:off x="14802737" y="834895"/>
            <a:ext cx="3323224" cy="380480"/>
            <a:chOff x="15145873" y="841637"/>
            <a:chExt cx="3323224" cy="38048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4B91F54-64D9-93CB-EB6B-0E205DC13881}"/>
                </a:ext>
              </a:extLst>
            </p:cNvPr>
            <p:cNvSpPr txBox="1"/>
            <p:nvPr/>
          </p:nvSpPr>
          <p:spPr>
            <a:xfrm>
              <a:off x="15973872" y="841637"/>
              <a:ext cx="2495225" cy="38048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l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Wait due to Contention</a:t>
              </a:r>
            </a:p>
          </p:txBody>
        </p:sp>
        <p:cxnSp>
          <p:nvCxnSpPr>
            <p:cNvPr id="198" name="Straight Arrow Connector 197">
              <a:extLst>
                <a:ext uri="{FF2B5EF4-FFF2-40B4-BE49-F238E27FC236}">
                  <a16:creationId xmlns:a16="http://schemas.microsoft.com/office/drawing/2014/main" id="{F1FC9827-6F9B-A644-650A-BBF89B46114A}"/>
                </a:ext>
              </a:extLst>
            </p:cNvPr>
            <p:cNvCxnSpPr>
              <a:cxnSpLocks/>
            </p:cNvCxnSpPr>
            <p:nvPr/>
          </p:nvCxnSpPr>
          <p:spPr>
            <a:xfrm>
              <a:off x="15145873" y="1031877"/>
              <a:ext cx="828000" cy="0"/>
            </a:xfrm>
            <a:prstGeom prst="straightConnector1">
              <a:avLst/>
            </a:prstGeom>
            <a:ln w="57150">
              <a:solidFill>
                <a:srgbClr val="AA2020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0A406BEC-410D-E373-E490-DCE737A8ADDB}"/>
              </a:ext>
            </a:extLst>
          </p:cNvPr>
          <p:cNvGrpSpPr/>
          <p:nvPr/>
        </p:nvGrpSpPr>
        <p:grpSpPr>
          <a:xfrm>
            <a:off x="18869139" y="834895"/>
            <a:ext cx="1887088" cy="380480"/>
            <a:chOff x="18869139" y="828153"/>
            <a:chExt cx="1887088" cy="38048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DFF764C-8160-3A6B-0604-2260086A23DD}"/>
                </a:ext>
              </a:extLst>
            </p:cNvPr>
            <p:cNvSpPr txBox="1"/>
            <p:nvPr/>
          </p:nvSpPr>
          <p:spPr>
            <a:xfrm>
              <a:off x="19750089" y="828153"/>
              <a:ext cx="1006138" cy="38048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l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Timeline</a:t>
              </a:r>
            </a:p>
          </p:txBody>
        </p: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A7B5C600-0B54-B205-E089-CAEA95C4E124}"/>
                </a:ext>
              </a:extLst>
            </p:cNvPr>
            <p:cNvCxnSpPr>
              <a:cxnSpLocks/>
            </p:cNvCxnSpPr>
            <p:nvPr/>
          </p:nvCxnSpPr>
          <p:spPr>
            <a:xfrm>
              <a:off x="18869139" y="1018393"/>
              <a:ext cx="8280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79C36A56-AA32-2D40-F1C8-D78D155D6F08}"/>
              </a:ext>
            </a:extLst>
          </p:cNvPr>
          <p:cNvCxnSpPr>
            <a:stCxn id="37" idx="3"/>
            <a:endCxn id="113" idx="1"/>
          </p:cNvCxnSpPr>
          <p:nvPr/>
        </p:nvCxnSpPr>
        <p:spPr>
          <a:xfrm>
            <a:off x="5032868" y="2350147"/>
            <a:ext cx="5498901" cy="0"/>
          </a:xfrm>
          <a:prstGeom prst="straightConnector1">
            <a:avLst/>
          </a:prstGeom>
          <a:ln w="63500">
            <a:solidFill>
              <a:srgbClr val="AA202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TextBox 207">
            <a:extLst>
              <a:ext uri="{FF2B5EF4-FFF2-40B4-BE49-F238E27FC236}">
                <a16:creationId xmlns:a16="http://schemas.microsoft.com/office/drawing/2014/main" id="{E3955578-243D-39F6-040D-707434DB5FC5}"/>
              </a:ext>
            </a:extLst>
          </p:cNvPr>
          <p:cNvSpPr txBox="1"/>
          <p:nvPr/>
        </p:nvSpPr>
        <p:spPr>
          <a:xfrm>
            <a:off x="6694910" y="1943513"/>
            <a:ext cx="2174816" cy="3804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 till completion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8E58CE20-EC72-6B53-80C1-B4672D7FBF55}"/>
              </a:ext>
            </a:extLst>
          </p:cNvPr>
          <p:cNvSpPr txBox="1"/>
          <p:nvPr/>
        </p:nvSpPr>
        <p:spPr>
          <a:xfrm>
            <a:off x="10627469" y="3085092"/>
            <a:ext cx="2300614" cy="3804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 till completion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3ADC3A29-CF6B-275C-A96F-F3D86F083CBB}"/>
              </a:ext>
            </a:extLst>
          </p:cNvPr>
          <p:cNvSpPr txBox="1"/>
          <p:nvPr/>
        </p:nvSpPr>
        <p:spPr>
          <a:xfrm>
            <a:off x="10626196" y="4246978"/>
            <a:ext cx="2297565" cy="3804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 till completion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0AA7CDE4-7539-25A9-F4AA-AE95C814F3E0}"/>
              </a:ext>
            </a:extLst>
          </p:cNvPr>
          <p:cNvSpPr txBox="1"/>
          <p:nvPr/>
        </p:nvSpPr>
        <p:spPr>
          <a:xfrm>
            <a:off x="17440317" y="1943513"/>
            <a:ext cx="2309993" cy="3804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 till completion</a:t>
            </a:r>
          </a:p>
        </p:txBody>
      </p:sp>
    </p:spTree>
    <p:extLst>
      <p:ext uri="{BB962C8B-B14F-4D97-AF65-F5344CB8AC3E}">
        <p14:creationId xmlns:p14="http://schemas.microsoft.com/office/powerpoint/2010/main" val="2477940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A74DA-59F4-55E8-37CF-A6E62331D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6D130579-643C-9D47-3CFA-EE6615BA4355}"/>
              </a:ext>
            </a:extLst>
          </p:cNvPr>
          <p:cNvCxnSpPr>
            <a:cxnSpLocks/>
          </p:cNvCxnSpPr>
          <p:nvPr/>
        </p:nvCxnSpPr>
        <p:spPr>
          <a:xfrm>
            <a:off x="21044886" y="5837326"/>
            <a:ext cx="2091062" cy="46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D6F764D-B883-DD81-899F-CF5878D71904}"/>
              </a:ext>
            </a:extLst>
          </p:cNvPr>
          <p:cNvSpPr/>
          <p:nvPr/>
        </p:nvSpPr>
        <p:spPr>
          <a:xfrm>
            <a:off x="3277173" y="679450"/>
            <a:ext cx="17823305" cy="684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C663E5-3180-F00C-5F4B-A474D9106286}"/>
              </a:ext>
            </a:extLst>
          </p:cNvPr>
          <p:cNvSpPr txBox="1"/>
          <p:nvPr/>
        </p:nvSpPr>
        <p:spPr>
          <a:xfrm>
            <a:off x="1036129" y="2128482"/>
            <a:ext cx="411141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8671B0-558F-6E41-BA0D-E66F0F0DE8BC}"/>
              </a:ext>
            </a:extLst>
          </p:cNvPr>
          <p:cNvSpPr txBox="1"/>
          <p:nvPr/>
        </p:nvSpPr>
        <p:spPr>
          <a:xfrm>
            <a:off x="1036130" y="3282973"/>
            <a:ext cx="411141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77DFD5-DD16-F16E-9F56-50377E9933A0}"/>
              </a:ext>
            </a:extLst>
          </p:cNvPr>
          <p:cNvSpPr txBox="1"/>
          <p:nvPr/>
        </p:nvSpPr>
        <p:spPr>
          <a:xfrm>
            <a:off x="1036129" y="4451977"/>
            <a:ext cx="411141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4B3503-6653-46B4-F873-BDE8A6B46A52}"/>
              </a:ext>
            </a:extLst>
          </p:cNvPr>
          <p:cNvSpPr txBox="1"/>
          <p:nvPr/>
        </p:nvSpPr>
        <p:spPr>
          <a:xfrm>
            <a:off x="1036129" y="5620982"/>
            <a:ext cx="547344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9A683AC-4E35-4C3D-03F1-3DAB4EA5B6ED}"/>
              </a:ext>
            </a:extLst>
          </p:cNvPr>
          <p:cNvGrpSpPr/>
          <p:nvPr/>
        </p:nvGrpSpPr>
        <p:grpSpPr>
          <a:xfrm>
            <a:off x="3056489" y="2008149"/>
            <a:ext cx="1976379" cy="683995"/>
            <a:chOff x="2973361" y="2070767"/>
            <a:chExt cx="1976379" cy="683995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BD62C8B8-0741-7AB5-16BE-0EC5D2D30289}"/>
                </a:ext>
              </a:extLst>
            </p:cNvPr>
            <p:cNvSpPr/>
            <p:nvPr/>
          </p:nvSpPr>
          <p:spPr>
            <a:xfrm>
              <a:off x="2973361" y="2070767"/>
              <a:ext cx="792000" cy="683995"/>
            </a:xfrm>
            <a:prstGeom prst="round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7D084BF9-5D34-05D4-E324-DEA94DE75538}"/>
                </a:ext>
              </a:extLst>
            </p:cNvPr>
            <p:cNvSpPr/>
            <p:nvPr/>
          </p:nvSpPr>
          <p:spPr>
            <a:xfrm>
              <a:off x="3941740" y="2070767"/>
              <a:ext cx="1008000" cy="683995"/>
            </a:xfrm>
            <a:prstGeom prst="roundRect">
              <a:avLst/>
            </a:prstGeom>
            <a:solidFill>
              <a:srgbClr val="BEE4BF"/>
            </a:solidFill>
            <a:ln w="25400">
              <a:solidFill>
                <a:srgbClr val="2A642C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IR-PREP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F69B7FD5-05B3-10E8-DEF1-B491F06F53A2}"/>
              </a:ext>
            </a:extLst>
          </p:cNvPr>
          <p:cNvGrpSpPr/>
          <p:nvPr/>
        </p:nvGrpSpPr>
        <p:grpSpPr>
          <a:xfrm>
            <a:off x="5166931" y="5495328"/>
            <a:ext cx="5148279" cy="683995"/>
            <a:chOff x="5359957" y="5507472"/>
            <a:chExt cx="5148279" cy="683995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23D7FA31-F27D-03F1-0376-BF79D12A6ED2}"/>
                </a:ext>
              </a:extLst>
            </p:cNvPr>
            <p:cNvSpPr/>
            <p:nvPr/>
          </p:nvSpPr>
          <p:spPr>
            <a:xfrm>
              <a:off x="9356236" y="5507472"/>
              <a:ext cx="1152000" cy="683995"/>
            </a:xfrm>
            <a:prstGeom prst="roundRect">
              <a:avLst/>
            </a:prstGeom>
            <a:solidFill>
              <a:srgbClr val="BEE4BF"/>
            </a:solidFill>
            <a:ln w="25400">
              <a:solidFill>
                <a:srgbClr val="2A642C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FREE IOVA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542720F4-304C-595A-BAF5-321FC5C2CDA1}"/>
                </a:ext>
              </a:extLst>
            </p:cNvPr>
            <p:cNvSpPr/>
            <p:nvPr/>
          </p:nvSpPr>
          <p:spPr>
            <a:xfrm>
              <a:off x="5359957" y="5507483"/>
              <a:ext cx="3888000" cy="683973"/>
            </a:xfrm>
            <a:prstGeom prst="roundRect">
              <a:avLst/>
            </a:prstGeom>
            <a:solidFill>
              <a:srgbClr val="EFAAAA"/>
            </a:solidFill>
            <a:ln w="25400">
              <a:solidFill>
                <a:srgbClr val="AA202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IR-SUB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7F2C98D-4EE3-F542-6169-50136938D7B6}"/>
              </a:ext>
            </a:extLst>
          </p:cNvPr>
          <p:cNvGrpSpPr/>
          <p:nvPr/>
        </p:nvGrpSpPr>
        <p:grpSpPr>
          <a:xfrm>
            <a:off x="5384704" y="3169154"/>
            <a:ext cx="1976379" cy="683995"/>
            <a:chOff x="2973361" y="2070767"/>
            <a:chExt cx="1976379" cy="683995"/>
          </a:xfrm>
        </p:grpSpPr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0CC1EC9A-4173-76F7-AC54-30FF6F601557}"/>
                </a:ext>
              </a:extLst>
            </p:cNvPr>
            <p:cNvSpPr/>
            <p:nvPr/>
          </p:nvSpPr>
          <p:spPr>
            <a:xfrm>
              <a:off x="2973361" y="2070767"/>
              <a:ext cx="792000" cy="683995"/>
            </a:xfrm>
            <a:prstGeom prst="round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14DE1DB8-8044-51F0-79C5-90E69FE8EDFA}"/>
                </a:ext>
              </a:extLst>
            </p:cNvPr>
            <p:cNvSpPr/>
            <p:nvPr/>
          </p:nvSpPr>
          <p:spPr>
            <a:xfrm>
              <a:off x="3941740" y="2070767"/>
              <a:ext cx="1008000" cy="683995"/>
            </a:xfrm>
            <a:prstGeom prst="roundRect">
              <a:avLst/>
            </a:prstGeom>
            <a:solidFill>
              <a:srgbClr val="BEE4BF"/>
            </a:solidFill>
            <a:ln w="25400">
              <a:solidFill>
                <a:srgbClr val="2A642C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IR-PREP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82C577E4-A11C-7EEA-7A1D-918843CA0380}"/>
              </a:ext>
            </a:extLst>
          </p:cNvPr>
          <p:cNvGrpSpPr/>
          <p:nvPr/>
        </p:nvGrpSpPr>
        <p:grpSpPr>
          <a:xfrm>
            <a:off x="5556768" y="4328952"/>
            <a:ext cx="1976379" cy="683995"/>
            <a:chOff x="2973361" y="2070767"/>
            <a:chExt cx="1976379" cy="683995"/>
          </a:xfrm>
        </p:grpSpPr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2A0CDE65-2780-0225-6DDD-35C095EB2A9A}"/>
                </a:ext>
              </a:extLst>
            </p:cNvPr>
            <p:cNvSpPr/>
            <p:nvPr/>
          </p:nvSpPr>
          <p:spPr>
            <a:xfrm>
              <a:off x="2973361" y="2070767"/>
              <a:ext cx="792000" cy="683995"/>
            </a:xfrm>
            <a:prstGeom prst="round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7F0D8BB2-F097-C557-927A-A779DA00F459}"/>
                </a:ext>
              </a:extLst>
            </p:cNvPr>
            <p:cNvSpPr/>
            <p:nvPr/>
          </p:nvSpPr>
          <p:spPr>
            <a:xfrm>
              <a:off x="3941740" y="2070767"/>
              <a:ext cx="1008000" cy="683995"/>
            </a:xfrm>
            <a:prstGeom prst="roundRect">
              <a:avLst/>
            </a:prstGeom>
            <a:solidFill>
              <a:srgbClr val="BEE4BF"/>
            </a:solidFill>
            <a:ln w="25400">
              <a:solidFill>
                <a:srgbClr val="2A642C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IR-PREP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20C04D22-7B76-6D35-5551-8DEF402134FD}"/>
              </a:ext>
            </a:extLst>
          </p:cNvPr>
          <p:cNvGrpSpPr/>
          <p:nvPr/>
        </p:nvGrpSpPr>
        <p:grpSpPr>
          <a:xfrm>
            <a:off x="11171015" y="5495327"/>
            <a:ext cx="5421761" cy="683995"/>
            <a:chOff x="10531769" y="5496091"/>
            <a:chExt cx="5421761" cy="683995"/>
          </a:xfrm>
        </p:grpSpPr>
        <p:sp>
          <p:nvSpPr>
            <p:cNvPr id="105" name="Rectangle: Rounded Corners 104">
              <a:extLst>
                <a:ext uri="{FF2B5EF4-FFF2-40B4-BE49-F238E27FC236}">
                  <a16:creationId xmlns:a16="http://schemas.microsoft.com/office/drawing/2014/main" id="{AFE53DE6-0C93-C250-BCA7-257B2E06A3A8}"/>
                </a:ext>
              </a:extLst>
            </p:cNvPr>
            <p:cNvSpPr/>
            <p:nvPr/>
          </p:nvSpPr>
          <p:spPr>
            <a:xfrm>
              <a:off x="14528048" y="5496091"/>
              <a:ext cx="1425482" cy="683995"/>
            </a:xfrm>
            <a:prstGeom prst="roundRect">
              <a:avLst/>
            </a:prstGeom>
            <a:solidFill>
              <a:srgbClr val="BEE4BF"/>
            </a:solidFill>
            <a:ln w="25400">
              <a:solidFill>
                <a:srgbClr val="2A642C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FREE IOVA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1,2,3,4</a:t>
              </a:r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F27D7D01-7CA7-ACA1-B696-9DAC77FE8880}"/>
                </a:ext>
              </a:extLst>
            </p:cNvPr>
            <p:cNvSpPr/>
            <p:nvPr/>
          </p:nvSpPr>
          <p:spPr>
            <a:xfrm>
              <a:off x="10531769" y="5496102"/>
              <a:ext cx="3888000" cy="683973"/>
            </a:xfrm>
            <a:prstGeom prst="roundRect">
              <a:avLst/>
            </a:prstGeom>
            <a:solidFill>
              <a:srgbClr val="EFAAAA"/>
            </a:solidFill>
            <a:ln w="28575">
              <a:solidFill>
                <a:srgbClr val="AA202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IR-SUB</a:t>
              </a:r>
            </a:p>
          </p:txBody>
        </p:sp>
      </p:grp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6F064F9F-194F-C461-7BAE-9A02B50AD642}"/>
              </a:ext>
            </a:extLst>
          </p:cNvPr>
          <p:cNvSpPr/>
          <p:nvPr/>
        </p:nvSpPr>
        <p:spPr>
          <a:xfrm>
            <a:off x="11153781" y="2008149"/>
            <a:ext cx="1008000" cy="683995"/>
          </a:xfrm>
          <a:prstGeom prst="roundRect">
            <a:avLst/>
          </a:prstGeom>
          <a:solidFill>
            <a:srgbClr val="BEE4BF"/>
          </a:solidFill>
          <a:ln w="25400">
            <a:solidFill>
              <a:srgbClr val="2A642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PFN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302AADF2-5AA8-507A-F3A2-4E8CD2BDF464}"/>
              </a:ext>
            </a:extLst>
          </p:cNvPr>
          <p:cNvGrpSpPr/>
          <p:nvPr/>
        </p:nvGrpSpPr>
        <p:grpSpPr>
          <a:xfrm>
            <a:off x="13485896" y="2010939"/>
            <a:ext cx="1976379" cy="683995"/>
            <a:chOff x="2973361" y="2070767"/>
            <a:chExt cx="1976379" cy="683995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3DC4697D-40EE-96EF-2A23-EBC1E009002C}"/>
                </a:ext>
              </a:extLst>
            </p:cNvPr>
            <p:cNvSpPr/>
            <p:nvPr/>
          </p:nvSpPr>
          <p:spPr>
            <a:xfrm>
              <a:off x="2973361" y="2070767"/>
              <a:ext cx="792000" cy="683995"/>
            </a:xfrm>
            <a:prstGeom prst="round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20" name="Rectangle: Rounded Corners 119">
              <a:extLst>
                <a:ext uri="{FF2B5EF4-FFF2-40B4-BE49-F238E27FC236}">
                  <a16:creationId xmlns:a16="http://schemas.microsoft.com/office/drawing/2014/main" id="{456AEE10-721F-5659-8F93-36AD672BE491}"/>
                </a:ext>
              </a:extLst>
            </p:cNvPr>
            <p:cNvSpPr/>
            <p:nvPr/>
          </p:nvSpPr>
          <p:spPr>
            <a:xfrm>
              <a:off x="3941740" y="2070767"/>
              <a:ext cx="1008000" cy="683995"/>
            </a:xfrm>
            <a:prstGeom prst="roundRect">
              <a:avLst/>
            </a:prstGeom>
            <a:solidFill>
              <a:srgbClr val="BEE4BF"/>
            </a:solidFill>
            <a:ln w="25400">
              <a:solidFill>
                <a:srgbClr val="2A642C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IR-PREP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</a:p>
          </p:txBody>
        </p:sp>
      </p:grp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F4A8CA05-947C-F0F0-29BF-894A10C8EAEE}"/>
              </a:ext>
            </a:extLst>
          </p:cNvPr>
          <p:cNvCxnSpPr>
            <a:cxnSpLocks/>
          </p:cNvCxnSpPr>
          <p:nvPr/>
        </p:nvCxnSpPr>
        <p:spPr>
          <a:xfrm>
            <a:off x="1967948" y="3511152"/>
            <a:ext cx="34167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D89C53C1-B78D-C534-5CB6-2CD708A2A781}"/>
              </a:ext>
            </a:extLst>
          </p:cNvPr>
          <p:cNvCxnSpPr>
            <a:stCxn id="83" idx="3"/>
            <a:endCxn id="84" idx="1"/>
          </p:cNvCxnSpPr>
          <p:nvPr/>
        </p:nvCxnSpPr>
        <p:spPr>
          <a:xfrm>
            <a:off x="6176704" y="3511152"/>
            <a:ext cx="1763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9CE0CE7E-E4DE-B12F-DD25-DDB53C700DB0}"/>
              </a:ext>
            </a:extLst>
          </p:cNvPr>
          <p:cNvCxnSpPr>
            <a:cxnSpLocks/>
          </p:cNvCxnSpPr>
          <p:nvPr/>
        </p:nvCxnSpPr>
        <p:spPr>
          <a:xfrm>
            <a:off x="16904607" y="4657837"/>
            <a:ext cx="623134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9C5C3826-68C7-E0B6-EC04-BF88BBF7BBE9}"/>
              </a:ext>
            </a:extLst>
          </p:cNvPr>
          <p:cNvCxnSpPr>
            <a:cxnSpLocks/>
          </p:cNvCxnSpPr>
          <p:nvPr/>
        </p:nvCxnSpPr>
        <p:spPr>
          <a:xfrm flipV="1">
            <a:off x="16904607" y="3503991"/>
            <a:ext cx="6231341" cy="71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D6F67E91-9687-40CE-C779-801674BE37A9}"/>
              </a:ext>
            </a:extLst>
          </p:cNvPr>
          <p:cNvCxnSpPr>
            <a:cxnSpLocks/>
          </p:cNvCxnSpPr>
          <p:nvPr/>
        </p:nvCxnSpPr>
        <p:spPr>
          <a:xfrm>
            <a:off x="1967948" y="4670950"/>
            <a:ext cx="35888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F2309DD6-B7A8-4B51-71C5-CFBB349DB432}"/>
              </a:ext>
            </a:extLst>
          </p:cNvPr>
          <p:cNvCxnSpPr>
            <a:cxnSpLocks/>
          </p:cNvCxnSpPr>
          <p:nvPr/>
        </p:nvCxnSpPr>
        <p:spPr>
          <a:xfrm flipV="1">
            <a:off x="1967948" y="5837326"/>
            <a:ext cx="3198983" cy="4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415CD29B-525B-23A2-3D68-7B707D71F39B}"/>
              </a:ext>
            </a:extLst>
          </p:cNvPr>
          <p:cNvCxnSpPr>
            <a:cxnSpLocks/>
            <a:stCxn id="56" idx="3"/>
          </p:cNvCxnSpPr>
          <p:nvPr/>
        </p:nvCxnSpPr>
        <p:spPr>
          <a:xfrm flipV="1">
            <a:off x="18106490" y="2349500"/>
            <a:ext cx="5029458" cy="3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BD2C88AA-03C6-7AEE-475F-E5F76DBB1342}"/>
              </a:ext>
            </a:extLst>
          </p:cNvPr>
          <p:cNvCxnSpPr>
            <a:stCxn id="37" idx="3"/>
            <a:endCxn id="113" idx="1"/>
          </p:cNvCxnSpPr>
          <p:nvPr/>
        </p:nvCxnSpPr>
        <p:spPr>
          <a:xfrm>
            <a:off x="5032868" y="2350147"/>
            <a:ext cx="612091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0D5CE243-3220-552B-7515-F6EF08EE80D2}"/>
              </a:ext>
            </a:extLst>
          </p:cNvPr>
          <p:cNvCxnSpPr>
            <a:cxnSpLocks/>
          </p:cNvCxnSpPr>
          <p:nvPr/>
        </p:nvCxnSpPr>
        <p:spPr>
          <a:xfrm>
            <a:off x="1967948" y="2349500"/>
            <a:ext cx="1088541" cy="6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3800A954-342E-482A-11D0-3C46010F0E64}"/>
              </a:ext>
            </a:extLst>
          </p:cNvPr>
          <p:cNvCxnSpPr>
            <a:stCxn id="113" idx="3"/>
            <a:endCxn id="119" idx="1"/>
          </p:cNvCxnSpPr>
          <p:nvPr/>
        </p:nvCxnSpPr>
        <p:spPr>
          <a:xfrm>
            <a:off x="12161781" y="2350147"/>
            <a:ext cx="1324115" cy="27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6DAE04C9-2CF3-E1FF-57CA-5BD36EEAC109}"/>
              </a:ext>
            </a:extLst>
          </p:cNvPr>
          <p:cNvCxnSpPr>
            <a:stCxn id="35" idx="3"/>
            <a:endCxn id="37" idx="1"/>
          </p:cNvCxnSpPr>
          <p:nvPr/>
        </p:nvCxnSpPr>
        <p:spPr>
          <a:xfrm>
            <a:off x="3848489" y="2350147"/>
            <a:ext cx="1763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69C11D11-1D74-F59C-481A-BC6B49A67ED4}"/>
              </a:ext>
            </a:extLst>
          </p:cNvPr>
          <p:cNvCxnSpPr>
            <a:stCxn id="86" idx="3"/>
            <a:endCxn id="87" idx="1"/>
          </p:cNvCxnSpPr>
          <p:nvPr/>
        </p:nvCxnSpPr>
        <p:spPr>
          <a:xfrm>
            <a:off x="6348768" y="4670950"/>
            <a:ext cx="1763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E3987E07-CA1B-2013-2AA7-789FEE6FF96D}"/>
              </a:ext>
            </a:extLst>
          </p:cNvPr>
          <p:cNvCxnSpPr>
            <a:stCxn id="65" idx="3"/>
            <a:endCxn id="42" idx="1"/>
          </p:cNvCxnSpPr>
          <p:nvPr/>
        </p:nvCxnSpPr>
        <p:spPr>
          <a:xfrm>
            <a:off x="9054931" y="5837326"/>
            <a:ext cx="1082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BAD7FE46-C79F-6E1D-1EF7-AF15C823D24B}"/>
              </a:ext>
            </a:extLst>
          </p:cNvPr>
          <p:cNvCxnSpPr>
            <a:stCxn id="42" idx="3"/>
            <a:endCxn id="106" idx="1"/>
          </p:cNvCxnSpPr>
          <p:nvPr/>
        </p:nvCxnSpPr>
        <p:spPr>
          <a:xfrm flipV="1">
            <a:off x="10315210" y="5837325"/>
            <a:ext cx="855805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A1BF67FC-6071-46A5-ED1C-C4246DB35336}"/>
              </a:ext>
            </a:extLst>
          </p:cNvPr>
          <p:cNvCxnSpPr>
            <a:cxnSpLocks/>
            <a:stCxn id="106" idx="3"/>
            <a:endCxn id="105" idx="1"/>
          </p:cNvCxnSpPr>
          <p:nvPr/>
        </p:nvCxnSpPr>
        <p:spPr>
          <a:xfrm>
            <a:off x="15059015" y="5837325"/>
            <a:ext cx="1082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1E2B8FE2-3FAF-6DB7-5565-39F641DAB6F0}"/>
              </a:ext>
            </a:extLst>
          </p:cNvPr>
          <p:cNvCxnSpPr>
            <a:stCxn id="119" idx="3"/>
            <a:endCxn id="120" idx="1"/>
          </p:cNvCxnSpPr>
          <p:nvPr/>
        </p:nvCxnSpPr>
        <p:spPr>
          <a:xfrm>
            <a:off x="14277896" y="2352937"/>
            <a:ext cx="1763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6CFBBC52-20B4-0076-C1FB-01482FBACA9F}"/>
              </a:ext>
            </a:extLst>
          </p:cNvPr>
          <p:cNvSpPr/>
          <p:nvPr/>
        </p:nvSpPr>
        <p:spPr>
          <a:xfrm>
            <a:off x="17098490" y="4327368"/>
            <a:ext cx="1008000" cy="683995"/>
          </a:xfrm>
          <a:prstGeom prst="roundRect">
            <a:avLst/>
          </a:prstGeom>
          <a:solidFill>
            <a:srgbClr val="BEE4BF"/>
          </a:solidFill>
          <a:ln w="25400">
            <a:solidFill>
              <a:srgbClr val="2A642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PFN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8D9B53F1-E502-ED22-BBF6-961B1B4A9155}"/>
              </a:ext>
            </a:extLst>
          </p:cNvPr>
          <p:cNvSpPr/>
          <p:nvPr/>
        </p:nvSpPr>
        <p:spPr>
          <a:xfrm>
            <a:off x="17098490" y="3169154"/>
            <a:ext cx="1008000" cy="683995"/>
          </a:xfrm>
          <a:prstGeom prst="roundRect">
            <a:avLst/>
          </a:prstGeom>
          <a:solidFill>
            <a:srgbClr val="BEE4BF"/>
          </a:solidFill>
          <a:ln w="25400">
            <a:solidFill>
              <a:srgbClr val="2A642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PFN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1,4</a:t>
            </a:r>
          </a:p>
        </p:txBody>
      </p: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1619033B-2F1F-33F5-A202-3652613F3F92}"/>
              </a:ext>
            </a:extLst>
          </p:cNvPr>
          <p:cNvGrpSpPr/>
          <p:nvPr/>
        </p:nvGrpSpPr>
        <p:grpSpPr>
          <a:xfrm>
            <a:off x="3462433" y="825760"/>
            <a:ext cx="3076609" cy="380480"/>
            <a:chOff x="3815975" y="841637"/>
            <a:chExt cx="3076609" cy="38048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253D081-F188-0787-1B86-D34B838B5A47}"/>
                </a:ext>
              </a:extLst>
            </p:cNvPr>
            <p:cNvSpPr txBox="1"/>
            <p:nvPr/>
          </p:nvSpPr>
          <p:spPr>
            <a:xfrm>
              <a:off x="4645218" y="841637"/>
              <a:ext cx="2247366" cy="38048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l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IOMMU Subsystem</a:t>
              </a:r>
            </a:p>
          </p:txBody>
        </p:sp>
        <p:sp>
          <p:nvSpPr>
            <p:cNvPr id="194" name="Rectangle: Rounded Corners 193">
              <a:extLst>
                <a:ext uri="{FF2B5EF4-FFF2-40B4-BE49-F238E27FC236}">
                  <a16:creationId xmlns:a16="http://schemas.microsoft.com/office/drawing/2014/main" id="{2D8E47E0-A9D5-F5C3-9893-D75944EBED36}"/>
                </a:ext>
              </a:extLst>
            </p:cNvPr>
            <p:cNvSpPr/>
            <p:nvPr/>
          </p:nvSpPr>
          <p:spPr>
            <a:xfrm>
              <a:off x="3815975" y="858125"/>
              <a:ext cx="829244" cy="347504"/>
            </a:xfrm>
            <a:prstGeom prst="roundRect">
              <a:avLst/>
            </a:prstGeom>
            <a:solidFill>
              <a:srgbClr val="BEE4BF"/>
            </a:solidFill>
            <a:ln w="28575">
              <a:solidFill>
                <a:srgbClr val="2A642C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C2213A4C-02E3-2F4A-890C-AF23F975C1CB}"/>
              </a:ext>
            </a:extLst>
          </p:cNvPr>
          <p:cNvGrpSpPr/>
          <p:nvPr/>
        </p:nvGrpSpPr>
        <p:grpSpPr>
          <a:xfrm>
            <a:off x="10555724" y="845995"/>
            <a:ext cx="2162650" cy="380480"/>
            <a:chOff x="11373470" y="834638"/>
            <a:chExt cx="2162650" cy="38048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7BDE55F-A496-609E-1FC9-753B2944B591}"/>
                </a:ext>
              </a:extLst>
            </p:cNvPr>
            <p:cNvSpPr txBox="1"/>
            <p:nvPr/>
          </p:nvSpPr>
          <p:spPr>
            <a:xfrm>
              <a:off x="12197654" y="834638"/>
              <a:ext cx="1338466" cy="38048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l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NIC Driver</a:t>
              </a:r>
            </a:p>
          </p:txBody>
        </p:sp>
        <p:sp>
          <p:nvSpPr>
            <p:cNvPr id="195" name="Rectangle: Rounded Corners 194">
              <a:extLst>
                <a:ext uri="{FF2B5EF4-FFF2-40B4-BE49-F238E27FC236}">
                  <a16:creationId xmlns:a16="http://schemas.microsoft.com/office/drawing/2014/main" id="{5AC3C3B1-0DC4-CF11-DC53-010228742121}"/>
                </a:ext>
              </a:extLst>
            </p:cNvPr>
            <p:cNvSpPr/>
            <p:nvPr/>
          </p:nvSpPr>
          <p:spPr>
            <a:xfrm>
              <a:off x="11373470" y="851126"/>
              <a:ext cx="829244" cy="347504"/>
            </a:xfrm>
            <a:prstGeom prst="roundRect">
              <a:avLst/>
            </a:prstGeom>
            <a:solidFill>
              <a:srgbClr val="C3DEEE"/>
            </a:solidFill>
            <a:ln w="25400">
              <a:solidFill>
                <a:srgbClr val="235D7F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82A86DE5-845D-C71B-E7D2-E626E7E51FA2}"/>
              </a:ext>
            </a:extLst>
          </p:cNvPr>
          <p:cNvGrpSpPr/>
          <p:nvPr/>
        </p:nvGrpSpPr>
        <p:grpSpPr>
          <a:xfrm>
            <a:off x="6788397" y="845995"/>
            <a:ext cx="3517972" cy="380480"/>
            <a:chOff x="7592192" y="837119"/>
            <a:chExt cx="3517972" cy="38048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B408B5A-57E2-7FF4-D1AB-77D817F66181}"/>
                </a:ext>
              </a:extLst>
            </p:cNvPr>
            <p:cNvSpPr txBox="1"/>
            <p:nvPr/>
          </p:nvSpPr>
          <p:spPr>
            <a:xfrm>
              <a:off x="8421435" y="837119"/>
              <a:ext cx="2688729" cy="38048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l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VM Exit + IOMMU HW</a:t>
              </a:r>
            </a:p>
          </p:txBody>
        </p:sp>
        <p:sp>
          <p:nvSpPr>
            <p:cNvPr id="196" name="Rectangle: Rounded Corners 195">
              <a:extLst>
                <a:ext uri="{FF2B5EF4-FFF2-40B4-BE49-F238E27FC236}">
                  <a16:creationId xmlns:a16="http://schemas.microsoft.com/office/drawing/2014/main" id="{A66B407B-8AC5-84EA-697C-1495F033E9F1}"/>
                </a:ext>
              </a:extLst>
            </p:cNvPr>
            <p:cNvSpPr/>
            <p:nvPr/>
          </p:nvSpPr>
          <p:spPr>
            <a:xfrm>
              <a:off x="7592192" y="853607"/>
              <a:ext cx="829244" cy="347504"/>
            </a:xfrm>
            <a:prstGeom prst="roundRect">
              <a:avLst/>
            </a:prstGeom>
            <a:solidFill>
              <a:srgbClr val="EFAAAA"/>
            </a:solidFill>
            <a:ln w="25400">
              <a:solidFill>
                <a:srgbClr val="AA202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14C6F1CF-D103-C711-5E80-752D82D6EFAA}"/>
              </a:ext>
            </a:extLst>
          </p:cNvPr>
          <p:cNvGrpSpPr/>
          <p:nvPr/>
        </p:nvGrpSpPr>
        <p:grpSpPr>
          <a:xfrm>
            <a:off x="12967729" y="845995"/>
            <a:ext cx="3323224" cy="380480"/>
            <a:chOff x="15145873" y="841637"/>
            <a:chExt cx="3323224" cy="38048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FCD1528-3348-9D60-65C6-B869D8BCFEE6}"/>
                </a:ext>
              </a:extLst>
            </p:cNvPr>
            <p:cNvSpPr txBox="1"/>
            <p:nvPr/>
          </p:nvSpPr>
          <p:spPr>
            <a:xfrm>
              <a:off x="15973872" y="841637"/>
              <a:ext cx="2495225" cy="38048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l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Wait due to Contention</a:t>
              </a:r>
            </a:p>
          </p:txBody>
        </p:sp>
        <p:cxnSp>
          <p:nvCxnSpPr>
            <p:cNvPr id="198" name="Straight Arrow Connector 197">
              <a:extLst>
                <a:ext uri="{FF2B5EF4-FFF2-40B4-BE49-F238E27FC236}">
                  <a16:creationId xmlns:a16="http://schemas.microsoft.com/office/drawing/2014/main" id="{6E457C7F-3B55-F366-7F07-E368365A9DBD}"/>
                </a:ext>
              </a:extLst>
            </p:cNvPr>
            <p:cNvCxnSpPr>
              <a:cxnSpLocks/>
            </p:cNvCxnSpPr>
            <p:nvPr/>
          </p:nvCxnSpPr>
          <p:spPr>
            <a:xfrm>
              <a:off x="15145873" y="1031877"/>
              <a:ext cx="828000" cy="0"/>
            </a:xfrm>
            <a:prstGeom prst="straightConnector1">
              <a:avLst/>
            </a:prstGeom>
            <a:ln w="57150">
              <a:solidFill>
                <a:srgbClr val="AA2020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8E5F1F90-4285-E2D0-4FC4-2D1E67ECCD6F}"/>
              </a:ext>
            </a:extLst>
          </p:cNvPr>
          <p:cNvGrpSpPr/>
          <p:nvPr/>
        </p:nvGrpSpPr>
        <p:grpSpPr>
          <a:xfrm>
            <a:off x="19157798" y="845995"/>
            <a:ext cx="1887088" cy="380480"/>
            <a:chOff x="18869139" y="828153"/>
            <a:chExt cx="1887088" cy="38048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3E27644-6239-0443-2EC0-DB38A276ABF1}"/>
                </a:ext>
              </a:extLst>
            </p:cNvPr>
            <p:cNvSpPr txBox="1"/>
            <p:nvPr/>
          </p:nvSpPr>
          <p:spPr>
            <a:xfrm>
              <a:off x="19750089" y="828153"/>
              <a:ext cx="1006138" cy="38048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l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Timeline</a:t>
              </a:r>
            </a:p>
          </p:txBody>
        </p: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DE0844DC-2DE4-2857-4B1C-71FB74E92C99}"/>
                </a:ext>
              </a:extLst>
            </p:cNvPr>
            <p:cNvCxnSpPr>
              <a:cxnSpLocks/>
            </p:cNvCxnSpPr>
            <p:nvPr/>
          </p:nvCxnSpPr>
          <p:spPr>
            <a:xfrm>
              <a:off x="18869139" y="1018393"/>
              <a:ext cx="8280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3596ACB-447B-3A01-32B5-0991702A7126}"/>
              </a:ext>
            </a:extLst>
          </p:cNvPr>
          <p:cNvGrpSpPr/>
          <p:nvPr/>
        </p:nvGrpSpPr>
        <p:grpSpPr>
          <a:xfrm>
            <a:off x="7030447" y="2010939"/>
            <a:ext cx="1976379" cy="683995"/>
            <a:chOff x="2973361" y="2070767"/>
            <a:chExt cx="1976379" cy="683995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4BDBFEE0-5196-364D-85C1-58B0CF7789EF}"/>
                </a:ext>
              </a:extLst>
            </p:cNvPr>
            <p:cNvSpPr/>
            <p:nvPr/>
          </p:nvSpPr>
          <p:spPr>
            <a:xfrm>
              <a:off x="2973361" y="2070767"/>
              <a:ext cx="792000" cy="683995"/>
            </a:xfrm>
            <a:prstGeom prst="round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ECB6E98-3102-83FD-2EF3-253E390053BD}"/>
                </a:ext>
              </a:extLst>
            </p:cNvPr>
            <p:cNvSpPr/>
            <p:nvPr/>
          </p:nvSpPr>
          <p:spPr>
            <a:xfrm>
              <a:off x="3941740" y="2070767"/>
              <a:ext cx="1008000" cy="683995"/>
            </a:xfrm>
            <a:prstGeom prst="roundRect">
              <a:avLst/>
            </a:prstGeom>
            <a:solidFill>
              <a:srgbClr val="BEE4BF"/>
            </a:solidFill>
            <a:ln w="25400">
              <a:solidFill>
                <a:srgbClr val="2A642C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IR-PREP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A1D721-81C3-3A46-48EB-46EFCE8B8B1A}"/>
              </a:ext>
            </a:extLst>
          </p:cNvPr>
          <p:cNvCxnSpPr>
            <a:stCxn id="84" idx="3"/>
            <a:endCxn id="115" idx="1"/>
          </p:cNvCxnSpPr>
          <p:nvPr/>
        </p:nvCxnSpPr>
        <p:spPr>
          <a:xfrm>
            <a:off x="7361083" y="3511152"/>
            <a:ext cx="973740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6155D3E-11BD-2D8B-872B-6CA6EA0C27FE}"/>
              </a:ext>
            </a:extLst>
          </p:cNvPr>
          <p:cNvCxnSpPr>
            <a:stCxn id="42" idx="3"/>
            <a:endCxn id="113" idx="1"/>
          </p:cNvCxnSpPr>
          <p:nvPr/>
        </p:nvCxnSpPr>
        <p:spPr>
          <a:xfrm flipV="1">
            <a:off x="10315210" y="2350147"/>
            <a:ext cx="838571" cy="3487179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prstDash val="sys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793D901-E790-9A2E-47DB-3B4A3B08EB84}"/>
              </a:ext>
            </a:extLst>
          </p:cNvPr>
          <p:cNvCxnSpPr>
            <a:stCxn id="87" idx="3"/>
            <a:endCxn id="116" idx="1"/>
          </p:cNvCxnSpPr>
          <p:nvPr/>
        </p:nvCxnSpPr>
        <p:spPr>
          <a:xfrm flipV="1">
            <a:off x="7533147" y="4669366"/>
            <a:ext cx="9565343" cy="15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C77FFEC-C581-4D37-415C-E2176F251C81}"/>
              </a:ext>
            </a:extLst>
          </p:cNvPr>
          <p:cNvGrpSpPr/>
          <p:nvPr/>
        </p:nvGrpSpPr>
        <p:grpSpPr>
          <a:xfrm>
            <a:off x="8447110" y="3165573"/>
            <a:ext cx="1976379" cy="683995"/>
            <a:chOff x="2973361" y="2070767"/>
            <a:chExt cx="1976379" cy="683995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A4ACB5C3-270E-D150-43DB-C3FCB58FC760}"/>
                </a:ext>
              </a:extLst>
            </p:cNvPr>
            <p:cNvSpPr/>
            <p:nvPr/>
          </p:nvSpPr>
          <p:spPr>
            <a:xfrm>
              <a:off x="2973361" y="2070767"/>
              <a:ext cx="792000" cy="683995"/>
            </a:xfrm>
            <a:prstGeom prst="round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D784FC72-B471-FF39-EA4D-7468AFA685CD}"/>
                </a:ext>
              </a:extLst>
            </p:cNvPr>
            <p:cNvSpPr/>
            <p:nvPr/>
          </p:nvSpPr>
          <p:spPr>
            <a:xfrm>
              <a:off x="3941740" y="2070767"/>
              <a:ext cx="1008000" cy="683995"/>
            </a:xfrm>
            <a:prstGeom prst="roundRect">
              <a:avLst/>
            </a:prstGeom>
            <a:solidFill>
              <a:srgbClr val="BEE4BF"/>
            </a:solidFill>
            <a:ln w="25400">
              <a:solidFill>
                <a:srgbClr val="2A642C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IR-PREP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6973250-AA9E-87B7-19A9-A777492E8139}"/>
              </a:ext>
            </a:extLst>
          </p:cNvPr>
          <p:cNvGrpSpPr/>
          <p:nvPr/>
        </p:nvGrpSpPr>
        <p:grpSpPr>
          <a:xfrm>
            <a:off x="11539769" y="3165573"/>
            <a:ext cx="1976379" cy="683995"/>
            <a:chOff x="2973361" y="2070767"/>
            <a:chExt cx="1976379" cy="683995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863D3A1-A545-D849-FFB8-FA7CA752EC81}"/>
                </a:ext>
              </a:extLst>
            </p:cNvPr>
            <p:cNvSpPr/>
            <p:nvPr/>
          </p:nvSpPr>
          <p:spPr>
            <a:xfrm>
              <a:off x="2973361" y="2070767"/>
              <a:ext cx="792000" cy="683995"/>
            </a:xfrm>
            <a:prstGeom prst="round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934F51F4-4A03-91BB-6E96-26168E00536D}"/>
                </a:ext>
              </a:extLst>
            </p:cNvPr>
            <p:cNvSpPr/>
            <p:nvPr/>
          </p:nvSpPr>
          <p:spPr>
            <a:xfrm>
              <a:off x="3941740" y="2070767"/>
              <a:ext cx="1008000" cy="683995"/>
            </a:xfrm>
            <a:prstGeom prst="roundRect">
              <a:avLst/>
            </a:prstGeom>
            <a:solidFill>
              <a:srgbClr val="BEE4BF"/>
            </a:solidFill>
            <a:ln w="25400">
              <a:solidFill>
                <a:srgbClr val="2A642C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IR-PREP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BB5197D-7C2F-4C5F-6018-1DA5409A3CEE}"/>
              </a:ext>
            </a:extLst>
          </p:cNvPr>
          <p:cNvGrpSpPr/>
          <p:nvPr/>
        </p:nvGrpSpPr>
        <p:grpSpPr>
          <a:xfrm>
            <a:off x="12278187" y="4330161"/>
            <a:ext cx="1976379" cy="683995"/>
            <a:chOff x="2973361" y="2070767"/>
            <a:chExt cx="1976379" cy="683995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E729B54E-46A4-DF16-5D5D-4EA79D6E6550}"/>
                </a:ext>
              </a:extLst>
            </p:cNvPr>
            <p:cNvSpPr/>
            <p:nvPr/>
          </p:nvSpPr>
          <p:spPr>
            <a:xfrm>
              <a:off x="2973361" y="2070767"/>
              <a:ext cx="792000" cy="683995"/>
            </a:xfrm>
            <a:prstGeom prst="round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3BFAF6E3-F793-79D8-C53D-9D298025B0FA}"/>
                </a:ext>
              </a:extLst>
            </p:cNvPr>
            <p:cNvSpPr/>
            <p:nvPr/>
          </p:nvSpPr>
          <p:spPr>
            <a:xfrm>
              <a:off x="3941740" y="2070767"/>
              <a:ext cx="1008000" cy="683995"/>
            </a:xfrm>
            <a:prstGeom prst="roundRect">
              <a:avLst/>
            </a:prstGeom>
            <a:solidFill>
              <a:srgbClr val="BEE4BF"/>
            </a:solidFill>
            <a:ln w="25400">
              <a:solidFill>
                <a:srgbClr val="2A642C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IR-PREP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647E6BB-1659-F572-183D-F042A1C922F4}"/>
              </a:ext>
            </a:extLst>
          </p:cNvPr>
          <p:cNvGrpSpPr/>
          <p:nvPr/>
        </p:nvGrpSpPr>
        <p:grpSpPr>
          <a:xfrm>
            <a:off x="17140390" y="5497665"/>
            <a:ext cx="5421761" cy="683995"/>
            <a:chOff x="10793811" y="5496091"/>
            <a:chExt cx="5421761" cy="683995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48315A02-C785-E9EB-450E-3C34D666F6AE}"/>
                </a:ext>
              </a:extLst>
            </p:cNvPr>
            <p:cNvSpPr/>
            <p:nvPr/>
          </p:nvSpPr>
          <p:spPr>
            <a:xfrm>
              <a:off x="14790090" y="5496091"/>
              <a:ext cx="1425482" cy="683995"/>
            </a:xfrm>
            <a:prstGeom prst="roundRect">
              <a:avLst/>
            </a:prstGeom>
            <a:solidFill>
              <a:srgbClr val="BEE4BF"/>
            </a:solidFill>
            <a:ln w="25400">
              <a:solidFill>
                <a:srgbClr val="2A642C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FREE IOVA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5,6,7</a:t>
              </a:r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65D76271-01F0-AFE4-8BF3-749B09B9C75E}"/>
                </a:ext>
              </a:extLst>
            </p:cNvPr>
            <p:cNvSpPr/>
            <p:nvPr/>
          </p:nvSpPr>
          <p:spPr>
            <a:xfrm>
              <a:off x="10793811" y="5496102"/>
              <a:ext cx="3888000" cy="683973"/>
            </a:xfrm>
            <a:prstGeom prst="roundRect">
              <a:avLst/>
            </a:prstGeom>
            <a:solidFill>
              <a:srgbClr val="EFAAAA"/>
            </a:solidFill>
            <a:ln w="28575">
              <a:solidFill>
                <a:srgbClr val="AA202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IR-SUB</a:t>
              </a:r>
            </a:p>
          </p:txBody>
        </p:sp>
      </p:grp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8F10C70-FF1A-EFFA-59BA-728875B98FA7}"/>
              </a:ext>
            </a:extLst>
          </p:cNvPr>
          <p:cNvCxnSpPr>
            <a:stCxn id="105" idx="3"/>
            <a:endCxn id="116" idx="1"/>
          </p:cNvCxnSpPr>
          <p:nvPr/>
        </p:nvCxnSpPr>
        <p:spPr>
          <a:xfrm flipV="1">
            <a:off x="16592776" y="4669366"/>
            <a:ext cx="505714" cy="1167959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prstDash val="sys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996E198-60CA-D575-06C3-2E0B1BB112C0}"/>
              </a:ext>
            </a:extLst>
          </p:cNvPr>
          <p:cNvCxnSpPr>
            <a:stCxn id="105" idx="3"/>
            <a:endCxn id="115" idx="1"/>
          </p:cNvCxnSpPr>
          <p:nvPr/>
        </p:nvCxnSpPr>
        <p:spPr>
          <a:xfrm flipV="1">
            <a:off x="16592776" y="3511152"/>
            <a:ext cx="505714" cy="2326173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prstDash val="sys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13D78BBA-F641-9D4E-8039-2C5369BBA937}"/>
              </a:ext>
            </a:extLst>
          </p:cNvPr>
          <p:cNvSpPr/>
          <p:nvPr/>
        </p:nvSpPr>
        <p:spPr>
          <a:xfrm>
            <a:off x="17098490" y="2007825"/>
            <a:ext cx="1008000" cy="683995"/>
          </a:xfrm>
          <a:prstGeom prst="roundRect">
            <a:avLst/>
          </a:prstGeom>
          <a:solidFill>
            <a:srgbClr val="BEE4BF"/>
          </a:solidFill>
          <a:ln w="25400">
            <a:solidFill>
              <a:srgbClr val="2A642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PFN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CE40C67-8027-1802-8A13-7A269A72F460}"/>
              </a:ext>
            </a:extLst>
          </p:cNvPr>
          <p:cNvCxnSpPr>
            <a:stCxn id="105" idx="3"/>
            <a:endCxn id="56" idx="1"/>
          </p:cNvCxnSpPr>
          <p:nvPr/>
        </p:nvCxnSpPr>
        <p:spPr>
          <a:xfrm flipV="1">
            <a:off x="16592776" y="2349823"/>
            <a:ext cx="505714" cy="3487502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prstDash val="sys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3DA59189-8B09-83BF-F5A3-E52EC4A177CF}"/>
              </a:ext>
            </a:extLst>
          </p:cNvPr>
          <p:cNvCxnSpPr>
            <a:stCxn id="120" idx="3"/>
            <a:endCxn id="56" idx="1"/>
          </p:cNvCxnSpPr>
          <p:nvPr/>
        </p:nvCxnSpPr>
        <p:spPr>
          <a:xfrm flipV="1">
            <a:off x="15462275" y="2349823"/>
            <a:ext cx="1636215" cy="3114"/>
          </a:xfrm>
          <a:prstGeom prst="line">
            <a:avLst/>
          </a:prstGeom>
          <a:ln w="19050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2F08DB2B-A205-F4A1-3B44-F69EBDA73E14}"/>
              </a:ext>
            </a:extLst>
          </p:cNvPr>
          <p:cNvCxnSpPr>
            <a:stCxn id="105" idx="3"/>
            <a:endCxn id="46" idx="1"/>
          </p:cNvCxnSpPr>
          <p:nvPr/>
        </p:nvCxnSpPr>
        <p:spPr>
          <a:xfrm>
            <a:off x="16592776" y="5837325"/>
            <a:ext cx="547614" cy="2338"/>
          </a:xfrm>
          <a:prstGeom prst="line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914FACC-A0FC-D8C1-95F1-F6C9728122B1}"/>
              </a:ext>
            </a:extLst>
          </p:cNvPr>
          <p:cNvGrpSpPr/>
          <p:nvPr/>
        </p:nvGrpSpPr>
        <p:grpSpPr>
          <a:xfrm>
            <a:off x="18625029" y="2003780"/>
            <a:ext cx="1976379" cy="683995"/>
            <a:chOff x="2973361" y="2070767"/>
            <a:chExt cx="1976379" cy="683995"/>
          </a:xfrm>
        </p:grpSpPr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0E2AD299-D8CF-AC88-EC7A-9FD77F9FFF2B}"/>
                </a:ext>
              </a:extLst>
            </p:cNvPr>
            <p:cNvSpPr/>
            <p:nvPr/>
          </p:nvSpPr>
          <p:spPr>
            <a:xfrm>
              <a:off x="2973361" y="2070767"/>
              <a:ext cx="792000" cy="683995"/>
            </a:xfrm>
            <a:prstGeom prst="round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24343715-CDC6-5896-2E12-676BC29719DC}"/>
                </a:ext>
              </a:extLst>
            </p:cNvPr>
            <p:cNvSpPr/>
            <p:nvPr/>
          </p:nvSpPr>
          <p:spPr>
            <a:xfrm>
              <a:off x="3941740" y="2070767"/>
              <a:ext cx="1008000" cy="683995"/>
            </a:xfrm>
            <a:prstGeom prst="roundRect">
              <a:avLst/>
            </a:prstGeom>
            <a:solidFill>
              <a:srgbClr val="BEE4BF"/>
            </a:solidFill>
            <a:ln w="25400">
              <a:solidFill>
                <a:srgbClr val="2A642C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IR-PREP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3E752E15-CBDD-2F09-C8EB-5914C6646325}"/>
              </a:ext>
            </a:extLst>
          </p:cNvPr>
          <p:cNvGrpSpPr/>
          <p:nvPr/>
        </p:nvGrpSpPr>
        <p:grpSpPr>
          <a:xfrm>
            <a:off x="19304300" y="3166887"/>
            <a:ext cx="1976379" cy="683995"/>
            <a:chOff x="2973361" y="2070767"/>
            <a:chExt cx="1976379" cy="683995"/>
          </a:xfrm>
        </p:grpSpPr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273D9130-3067-5436-17CC-130778ECFEE1}"/>
                </a:ext>
              </a:extLst>
            </p:cNvPr>
            <p:cNvSpPr/>
            <p:nvPr/>
          </p:nvSpPr>
          <p:spPr>
            <a:xfrm>
              <a:off x="2973361" y="2070767"/>
              <a:ext cx="792000" cy="683995"/>
            </a:xfrm>
            <a:prstGeom prst="round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4FAA6F36-DE03-8CFC-92B3-45ABF3F0A8A4}"/>
                </a:ext>
              </a:extLst>
            </p:cNvPr>
            <p:cNvSpPr/>
            <p:nvPr/>
          </p:nvSpPr>
          <p:spPr>
            <a:xfrm>
              <a:off x="3941740" y="2070767"/>
              <a:ext cx="1008000" cy="683995"/>
            </a:xfrm>
            <a:prstGeom prst="roundRect">
              <a:avLst/>
            </a:prstGeom>
            <a:solidFill>
              <a:srgbClr val="BEE4BF"/>
            </a:solidFill>
            <a:ln w="25400">
              <a:solidFill>
                <a:srgbClr val="2A642C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IR-PREP</a:t>
              </a:r>
              <a:r>
                <a:rPr lang="en-IN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</a:p>
          </p:txBody>
        </p:sp>
      </p:grp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94319C73-7A91-B9B4-0E3C-8B2C97424FBE}"/>
              </a:ext>
            </a:extLst>
          </p:cNvPr>
          <p:cNvCxnSpPr>
            <a:stCxn id="45" idx="3"/>
          </p:cNvCxnSpPr>
          <p:nvPr/>
        </p:nvCxnSpPr>
        <p:spPr>
          <a:xfrm flipV="1">
            <a:off x="22562151" y="2352936"/>
            <a:ext cx="573797" cy="3486727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prstDash val="sys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EAFB85BF-6C17-334E-16E4-D996E0E957FC}"/>
              </a:ext>
            </a:extLst>
          </p:cNvPr>
          <p:cNvCxnSpPr>
            <a:cxnSpLocks/>
            <a:stCxn id="45" idx="3"/>
          </p:cNvCxnSpPr>
          <p:nvPr/>
        </p:nvCxnSpPr>
        <p:spPr>
          <a:xfrm flipV="1">
            <a:off x="22562151" y="3507570"/>
            <a:ext cx="573797" cy="2332093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prstDash val="sys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7A2499E2-4019-BAED-FA4E-2852D9E3C275}"/>
              </a:ext>
            </a:extLst>
          </p:cNvPr>
          <p:cNvCxnSpPr>
            <a:cxnSpLocks/>
            <a:stCxn id="45" idx="3"/>
          </p:cNvCxnSpPr>
          <p:nvPr/>
        </p:nvCxnSpPr>
        <p:spPr>
          <a:xfrm flipV="1">
            <a:off x="22562151" y="4669365"/>
            <a:ext cx="547614" cy="1170298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prstDash val="sys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56731062-C9BA-BB61-5A12-ECFCAC4E767F}"/>
              </a:ext>
            </a:extLst>
          </p:cNvPr>
          <p:cNvGrpSpPr/>
          <p:nvPr/>
        </p:nvGrpSpPr>
        <p:grpSpPr>
          <a:xfrm>
            <a:off x="16540308" y="845995"/>
            <a:ext cx="2368136" cy="380480"/>
            <a:chOff x="18869139" y="828153"/>
            <a:chExt cx="2368136" cy="380480"/>
          </a:xfrm>
        </p:grpSpPr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D91FCD0A-4D37-8F4F-0F7D-0096C2E3C8B5}"/>
                </a:ext>
              </a:extLst>
            </p:cNvPr>
            <p:cNvSpPr txBox="1"/>
            <p:nvPr/>
          </p:nvSpPr>
          <p:spPr>
            <a:xfrm>
              <a:off x="19750089" y="828153"/>
              <a:ext cx="1487186" cy="380480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l"/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Coordination</a:t>
              </a:r>
            </a:p>
          </p:txBody>
        </p: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7B9611F-5072-923F-E955-5FA83E433140}"/>
                </a:ext>
              </a:extLst>
            </p:cNvPr>
            <p:cNvCxnSpPr>
              <a:cxnSpLocks/>
            </p:cNvCxnSpPr>
            <p:nvPr/>
          </p:nvCxnSpPr>
          <p:spPr>
            <a:xfrm>
              <a:off x="18869139" y="1018393"/>
              <a:ext cx="828000" cy="0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  <a:prstDash val="sysDash"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50299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214533-7A3A-BD4E-890C-1B89EED72950}"/>
              </a:ext>
            </a:extLst>
          </p:cNvPr>
          <p:cNvSpPr/>
          <p:nvPr/>
        </p:nvSpPr>
        <p:spPr>
          <a:xfrm>
            <a:off x="8017471" y="1238545"/>
            <a:ext cx="3201255" cy="914400"/>
          </a:xfrm>
          <a:prstGeom prst="roundRect">
            <a:avLst>
              <a:gd name="adj" fmla="val 0"/>
            </a:avLst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4A9B28-47A1-8A34-E5E0-6480785F4DF0}"/>
              </a:ext>
            </a:extLst>
          </p:cNvPr>
          <p:cNvSpPr/>
          <p:nvPr/>
        </p:nvSpPr>
        <p:spPr>
          <a:xfrm>
            <a:off x="7396693" y="1372192"/>
            <a:ext cx="505891" cy="64711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3E9985-3B2D-EB7A-4B5D-85F140BEACD6}"/>
              </a:ext>
            </a:extLst>
          </p:cNvPr>
          <p:cNvSpPr/>
          <p:nvPr/>
        </p:nvSpPr>
        <p:spPr>
          <a:xfrm>
            <a:off x="8144078" y="1372192"/>
            <a:ext cx="788535" cy="64711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IR-PREP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FA91E6-5887-DBFF-7136-F471BDCE8973}"/>
              </a:ext>
            </a:extLst>
          </p:cNvPr>
          <p:cNvSpPr/>
          <p:nvPr/>
        </p:nvSpPr>
        <p:spPr>
          <a:xfrm>
            <a:off x="9009859" y="1372191"/>
            <a:ext cx="2093120" cy="6471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IR-SUB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A3738D-6D6E-AA80-16E4-64B27E8CF9E0}"/>
              </a:ext>
            </a:extLst>
          </p:cNvPr>
          <p:cNvSpPr/>
          <p:nvPr/>
        </p:nvSpPr>
        <p:spPr>
          <a:xfrm>
            <a:off x="11313251" y="1372191"/>
            <a:ext cx="899591" cy="64711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IOVA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0D1EFC-FB06-0268-4B58-1622BECA9AB9}"/>
              </a:ext>
            </a:extLst>
          </p:cNvPr>
          <p:cNvSpPr/>
          <p:nvPr/>
        </p:nvSpPr>
        <p:spPr>
          <a:xfrm>
            <a:off x="12248755" y="1372190"/>
            <a:ext cx="820617" cy="64711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PFN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F51FB06-20BB-8CD6-F2C5-1FD7875BB082}"/>
              </a:ext>
            </a:extLst>
          </p:cNvPr>
          <p:cNvSpPr/>
          <p:nvPr/>
        </p:nvSpPr>
        <p:spPr>
          <a:xfrm>
            <a:off x="11036610" y="2378361"/>
            <a:ext cx="3242726" cy="914400"/>
          </a:xfrm>
          <a:prstGeom prst="roundRect">
            <a:avLst>
              <a:gd name="adj" fmla="val 0"/>
            </a:avLst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D575E1-7A11-FAA0-3E55-F89EA8BAEA27}"/>
              </a:ext>
            </a:extLst>
          </p:cNvPr>
          <p:cNvSpPr/>
          <p:nvPr/>
        </p:nvSpPr>
        <p:spPr>
          <a:xfrm>
            <a:off x="11137090" y="2520717"/>
            <a:ext cx="782691" cy="64711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IR-PREP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7695E4-5393-BE41-425B-3681F7B1A556}"/>
              </a:ext>
            </a:extLst>
          </p:cNvPr>
          <p:cNvSpPr/>
          <p:nvPr/>
        </p:nvSpPr>
        <p:spPr>
          <a:xfrm>
            <a:off x="12099123" y="2520716"/>
            <a:ext cx="2093120" cy="6471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IR-SUB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E04625-1FF8-89A4-E010-1C707A03133D}"/>
              </a:ext>
            </a:extLst>
          </p:cNvPr>
          <p:cNvSpPr/>
          <p:nvPr/>
        </p:nvSpPr>
        <p:spPr>
          <a:xfrm>
            <a:off x="14358970" y="2520716"/>
            <a:ext cx="899591" cy="64711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IOVA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41D60F-00BF-CDB6-FCBE-B1A13C0ED1ED}"/>
              </a:ext>
            </a:extLst>
          </p:cNvPr>
          <p:cNvSpPr/>
          <p:nvPr/>
        </p:nvSpPr>
        <p:spPr>
          <a:xfrm>
            <a:off x="15345273" y="2520715"/>
            <a:ext cx="820617" cy="64711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PFN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5341971-B6B5-68E2-2FCA-6F607C891F8E}"/>
              </a:ext>
            </a:extLst>
          </p:cNvPr>
          <p:cNvSpPr/>
          <p:nvPr/>
        </p:nvSpPr>
        <p:spPr>
          <a:xfrm>
            <a:off x="14076411" y="3499704"/>
            <a:ext cx="2950253" cy="914400"/>
          </a:xfrm>
          <a:prstGeom prst="roundRect">
            <a:avLst>
              <a:gd name="adj" fmla="val 0"/>
            </a:avLst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A5D7666-065B-EECE-1847-CDE55EE32F0D}"/>
              </a:ext>
            </a:extLst>
          </p:cNvPr>
          <p:cNvSpPr/>
          <p:nvPr/>
        </p:nvSpPr>
        <p:spPr>
          <a:xfrm>
            <a:off x="14203018" y="3633351"/>
            <a:ext cx="867509" cy="64711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IR-PREP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8922FD-0348-577B-8ED5-D2B4930ECF6B}"/>
              </a:ext>
            </a:extLst>
          </p:cNvPr>
          <p:cNvSpPr/>
          <p:nvPr/>
        </p:nvSpPr>
        <p:spPr>
          <a:xfrm>
            <a:off x="15165052" y="3633350"/>
            <a:ext cx="1721535" cy="6471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IR-SUB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A6C2E0C-E1C9-1BC6-7C0F-BAEC20CDC029}"/>
              </a:ext>
            </a:extLst>
          </p:cNvPr>
          <p:cNvSpPr/>
          <p:nvPr/>
        </p:nvSpPr>
        <p:spPr>
          <a:xfrm>
            <a:off x="7538153" y="2520714"/>
            <a:ext cx="505891" cy="64711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1EB59B4-7738-1E88-4210-21CF3ECE9891}"/>
              </a:ext>
            </a:extLst>
          </p:cNvPr>
          <p:cNvSpPr/>
          <p:nvPr/>
        </p:nvSpPr>
        <p:spPr>
          <a:xfrm>
            <a:off x="8011767" y="3633348"/>
            <a:ext cx="505891" cy="64711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B01B01E-6CED-4398-48A8-8308C95AF3F5}"/>
              </a:ext>
            </a:extLst>
          </p:cNvPr>
          <p:cNvCxnSpPr>
            <a:cxnSpLocks/>
            <a:stCxn id="27" idx="3"/>
            <a:endCxn id="15" idx="1"/>
          </p:cNvCxnSpPr>
          <p:nvPr/>
        </p:nvCxnSpPr>
        <p:spPr>
          <a:xfrm>
            <a:off x="8044043" y="2844271"/>
            <a:ext cx="3093046" cy="3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25530FD-8B17-FD58-ECE5-74767EC1B95A}"/>
              </a:ext>
            </a:extLst>
          </p:cNvPr>
          <p:cNvCxnSpPr>
            <a:cxnSpLocks/>
            <a:stCxn id="28" idx="3"/>
            <a:endCxn id="22" idx="1"/>
          </p:cNvCxnSpPr>
          <p:nvPr/>
        </p:nvCxnSpPr>
        <p:spPr>
          <a:xfrm>
            <a:off x="8517657" y="3956905"/>
            <a:ext cx="5685360" cy="3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DFCF5F6A-8372-792A-8A0E-978D9746F081}"/>
              </a:ext>
            </a:extLst>
          </p:cNvPr>
          <p:cNvSpPr/>
          <p:nvPr/>
        </p:nvSpPr>
        <p:spPr>
          <a:xfrm>
            <a:off x="8044045" y="2337786"/>
            <a:ext cx="3020943" cy="371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Lock Contention</a:t>
            </a:r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ABB89AE4-A761-CE17-6969-C2B868335AD1}"/>
              </a:ext>
            </a:extLst>
          </p:cNvPr>
          <p:cNvSpPr/>
          <p:nvPr/>
        </p:nvSpPr>
        <p:spPr>
          <a:xfrm rot="16200000">
            <a:off x="9498432" y="1207673"/>
            <a:ext cx="155448" cy="3053647"/>
          </a:xfrm>
          <a:prstGeom prst="rightBrace">
            <a:avLst>
              <a:gd name="adj1" fmla="val 93337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15E76822-DC4E-FD7A-1618-3E660573B1B2}"/>
              </a:ext>
            </a:extLst>
          </p:cNvPr>
          <p:cNvSpPr/>
          <p:nvPr/>
        </p:nvSpPr>
        <p:spPr>
          <a:xfrm rot="16200000">
            <a:off x="11251243" y="983818"/>
            <a:ext cx="207419" cy="5674586"/>
          </a:xfrm>
          <a:prstGeom prst="rightBrace">
            <a:avLst>
              <a:gd name="adj1" fmla="val 93337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5384F02-21BC-E4FB-D434-64CB75E54FDF}"/>
              </a:ext>
            </a:extLst>
          </p:cNvPr>
          <p:cNvSpPr/>
          <p:nvPr/>
        </p:nvSpPr>
        <p:spPr>
          <a:xfrm>
            <a:off x="8528429" y="3406716"/>
            <a:ext cx="5545632" cy="371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Lock Contention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A805667-B84C-F2F1-D802-7CFA254F5A4C}"/>
              </a:ext>
            </a:extLst>
          </p:cNvPr>
          <p:cNvCxnSpPr>
            <a:cxnSpLocks/>
          </p:cNvCxnSpPr>
          <p:nvPr/>
        </p:nvCxnSpPr>
        <p:spPr>
          <a:xfrm>
            <a:off x="11128388" y="2013096"/>
            <a:ext cx="0" cy="50761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D10AA44-93EB-FA1A-2166-FF431744079F}"/>
              </a:ext>
            </a:extLst>
          </p:cNvPr>
          <p:cNvCxnSpPr>
            <a:cxnSpLocks/>
          </p:cNvCxnSpPr>
          <p:nvPr/>
        </p:nvCxnSpPr>
        <p:spPr>
          <a:xfrm>
            <a:off x="14211443" y="3167827"/>
            <a:ext cx="0" cy="485645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8F17D88F-7976-D307-3EA5-CD3CB238DB6B}"/>
              </a:ext>
            </a:extLst>
          </p:cNvPr>
          <p:cNvSpPr/>
          <p:nvPr/>
        </p:nvSpPr>
        <p:spPr>
          <a:xfrm>
            <a:off x="14329211" y="1400530"/>
            <a:ext cx="615342" cy="200606"/>
          </a:xfrm>
          <a:prstGeom prst="roundRect">
            <a:avLst>
              <a:gd name="adj" fmla="val 0"/>
            </a:avLst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E62FCE5-0ABB-F22A-A186-5E12F9A63F4D}"/>
              </a:ext>
            </a:extLst>
          </p:cNvPr>
          <p:cNvSpPr/>
          <p:nvPr/>
        </p:nvSpPr>
        <p:spPr>
          <a:xfrm>
            <a:off x="14979969" y="1338926"/>
            <a:ext cx="1224425" cy="2770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Serialized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6FC06CB-7B13-C9B2-F7E5-FE26952BAA85}"/>
              </a:ext>
            </a:extLst>
          </p:cNvPr>
          <p:cNvCxnSpPr>
            <a:cxnSpLocks/>
          </p:cNvCxnSpPr>
          <p:nvPr/>
        </p:nvCxnSpPr>
        <p:spPr>
          <a:xfrm>
            <a:off x="14336421" y="1808559"/>
            <a:ext cx="608133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4FF4A32E-F8F1-A360-B2A9-8B7F7D196F29}"/>
              </a:ext>
            </a:extLst>
          </p:cNvPr>
          <p:cNvSpPr/>
          <p:nvPr/>
        </p:nvSpPr>
        <p:spPr>
          <a:xfrm>
            <a:off x="14944705" y="1469060"/>
            <a:ext cx="2208153" cy="6471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Temporal dependency 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C605861-338A-3DC9-9B71-851254ED1FCE}"/>
              </a:ext>
            </a:extLst>
          </p:cNvPr>
          <p:cNvSpPr/>
          <p:nvPr/>
        </p:nvSpPr>
        <p:spPr>
          <a:xfrm>
            <a:off x="14336420" y="1051732"/>
            <a:ext cx="615342" cy="206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1FE872F-32BF-A8EA-D970-A9EB24716D09}"/>
              </a:ext>
            </a:extLst>
          </p:cNvPr>
          <p:cNvSpPr/>
          <p:nvPr/>
        </p:nvSpPr>
        <p:spPr>
          <a:xfrm>
            <a:off x="14981355" y="992984"/>
            <a:ext cx="2045309" cy="2970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 VM exit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F5A9A4E-9527-453E-0584-96AD7A8EAB04}"/>
              </a:ext>
            </a:extLst>
          </p:cNvPr>
          <p:cNvSpPr/>
          <p:nvPr/>
        </p:nvSpPr>
        <p:spPr>
          <a:xfrm flipV="1">
            <a:off x="16654188" y="3482786"/>
            <a:ext cx="406422" cy="931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80472B3-C0C8-3550-F78A-9720D2F083D8}"/>
              </a:ext>
            </a:extLst>
          </p:cNvPr>
          <p:cNvSpPr/>
          <p:nvPr/>
        </p:nvSpPr>
        <p:spPr>
          <a:xfrm>
            <a:off x="12731704" y="1714819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7C87AAC-F042-168B-073D-11B611A668F7}"/>
              </a:ext>
            </a:extLst>
          </p:cNvPr>
          <p:cNvSpPr/>
          <p:nvPr/>
        </p:nvSpPr>
        <p:spPr>
          <a:xfrm>
            <a:off x="15861990" y="2854457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4A3E927-7379-C3AF-2C51-8B811A7DCC73}"/>
              </a:ext>
            </a:extLst>
          </p:cNvPr>
          <p:cNvSpPr/>
          <p:nvPr/>
        </p:nvSpPr>
        <p:spPr>
          <a:xfrm>
            <a:off x="8214116" y="3874224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48C86BE-0193-9BF5-97E5-C789B01BBD07}"/>
              </a:ext>
            </a:extLst>
          </p:cNvPr>
          <p:cNvSpPr/>
          <p:nvPr/>
        </p:nvSpPr>
        <p:spPr>
          <a:xfrm>
            <a:off x="7583632" y="1615960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6A184D0-1B65-12D6-F321-807D81775727}"/>
              </a:ext>
            </a:extLst>
          </p:cNvPr>
          <p:cNvSpPr/>
          <p:nvPr/>
        </p:nvSpPr>
        <p:spPr>
          <a:xfrm>
            <a:off x="11896085" y="1711655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C30446A-4E45-88B1-1A55-B7AA0224D75E}"/>
              </a:ext>
            </a:extLst>
          </p:cNvPr>
          <p:cNvSpPr/>
          <p:nvPr/>
        </p:nvSpPr>
        <p:spPr>
          <a:xfrm>
            <a:off x="7721862" y="2762596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43C7D88-C79F-CBCD-4514-1A1682DBD504}"/>
              </a:ext>
            </a:extLst>
          </p:cNvPr>
          <p:cNvSpPr/>
          <p:nvPr/>
        </p:nvSpPr>
        <p:spPr>
          <a:xfrm>
            <a:off x="14944553" y="2860566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414BD0E-D70B-F497-5DF3-E999CDD24574}"/>
              </a:ext>
            </a:extLst>
          </p:cNvPr>
          <p:cNvSpPr/>
          <p:nvPr/>
        </p:nvSpPr>
        <p:spPr>
          <a:xfrm>
            <a:off x="6817509" y="1380824"/>
            <a:ext cx="505891" cy="6471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9D5BC1D-1845-757A-16DB-A004DC077094}"/>
              </a:ext>
            </a:extLst>
          </p:cNvPr>
          <p:cNvSpPr/>
          <p:nvPr/>
        </p:nvSpPr>
        <p:spPr>
          <a:xfrm>
            <a:off x="7004448" y="1624592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0D5DA91-77E7-6885-B5AC-0431830D00CF}"/>
              </a:ext>
            </a:extLst>
          </p:cNvPr>
          <p:cNvSpPr/>
          <p:nvPr/>
        </p:nvSpPr>
        <p:spPr>
          <a:xfrm>
            <a:off x="6823241" y="2520714"/>
            <a:ext cx="505891" cy="6471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CE87402-F607-1AFC-4F75-AA27854B9C61}"/>
              </a:ext>
            </a:extLst>
          </p:cNvPr>
          <p:cNvSpPr/>
          <p:nvPr/>
        </p:nvSpPr>
        <p:spPr>
          <a:xfrm>
            <a:off x="7010180" y="2764482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93E1E3A-ADBC-586C-454A-96865E7D44FB}"/>
              </a:ext>
            </a:extLst>
          </p:cNvPr>
          <p:cNvSpPr/>
          <p:nvPr/>
        </p:nvSpPr>
        <p:spPr>
          <a:xfrm>
            <a:off x="6817509" y="3670007"/>
            <a:ext cx="505891" cy="6471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0A63086-E37B-01AF-895F-FD2C55613B16}"/>
              </a:ext>
            </a:extLst>
          </p:cNvPr>
          <p:cNvSpPr/>
          <p:nvPr/>
        </p:nvSpPr>
        <p:spPr>
          <a:xfrm>
            <a:off x="7004448" y="3913775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C41D5DA-2815-0686-8065-BAE38E9B2DA3}"/>
              </a:ext>
            </a:extLst>
          </p:cNvPr>
          <p:cNvSpPr/>
          <p:nvPr/>
        </p:nvSpPr>
        <p:spPr>
          <a:xfrm>
            <a:off x="14147191" y="859753"/>
            <a:ext cx="3046834" cy="122123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F655774-6F68-B84B-B4C1-1DF2D36C1003}"/>
              </a:ext>
            </a:extLst>
          </p:cNvPr>
          <p:cNvSpPr/>
          <p:nvPr/>
        </p:nvSpPr>
        <p:spPr>
          <a:xfrm>
            <a:off x="7225149" y="914990"/>
            <a:ext cx="918928" cy="2898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Unmap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490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400" dirty="0"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>
        <a:ln>
          <a:solidFill>
            <a:schemeClr val="bg2">
              <a:lumMod val="50000"/>
            </a:schemeClr>
          </a:solidFill>
          <a:tailEnd type="stealth" w="lg" len="lg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tIns="36000" rIns="36000" bIns="36000" rtlCol="0">
        <a:spAutoFit/>
      </a:bodyPr>
      <a:lstStyle>
        <a:defPPr algn="l">
          <a:defRPr dirty="0"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1002</TotalTime>
  <Words>305</Words>
  <Application>Microsoft Macintosh PowerPoint</Application>
  <PresentationFormat>Custom</PresentationFormat>
  <Paragraphs>204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Below are checkpoint from Leshna 2026.04.01 9PM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Xu, Tianyin</dc:creator>
  <cp:lastModifiedBy>Siyuan Chai</cp:lastModifiedBy>
  <cp:revision>11</cp:revision>
  <dcterms:created xsi:type="dcterms:W3CDTF">2026-03-28T22:09:05Z</dcterms:created>
  <dcterms:modified xsi:type="dcterms:W3CDTF">2026-04-02T08:27:20Z</dcterms:modified>
</cp:coreProperties>
</file>