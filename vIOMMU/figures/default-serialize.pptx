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94"/>
  </p:normalViewPr>
  <p:slideViewPr>
    <p:cSldViewPr snapToGrid="0">
      <p:cViewPr>
        <p:scale>
          <a:sx n="88" d="100"/>
          <a:sy n="88" d="100"/>
        </p:scale>
        <p:origin x="296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623EA-8FC2-196A-AF93-6D2292EDB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67FEF8-4F0C-4343-F0F5-3523F890AC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ACBB9-3747-FABD-DCF8-1F90418F5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2696F-A2C5-D345-C990-076A71FF9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D6BEE-6E82-4179-3BC0-EB9FB937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79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A8A3-8573-71CB-B291-F48223C9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C728A-0E4E-8AB6-1C4A-EF3E3954D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1ADE3-2348-097A-C36B-508B195D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B12AC-8A94-2D62-328A-8607508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6E5F6-BDFB-DED0-E214-5BCBCF84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55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6CC95-70A1-1E63-41F2-567E4C3F1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C62DA-0D62-9606-33B9-22378CAEB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0C191-66B3-26C5-D97B-B41480B8F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F89C4-B212-029D-33BF-F52484D7A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C640A-230F-DB7C-3C91-1CE162441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06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BE698-45AD-9F1A-C2C4-C94DC7350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AFAD2-5B94-CA7C-5965-547A2908EE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4D734-9624-2314-D73F-4E6DD2823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3D0159-9069-2157-C56D-896AC528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FF3DB6-1F4F-F93E-B30A-8DB19BC27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8826A-BEF5-08C7-6065-F78E2A3FB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83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0F524-B575-8B46-FC44-366E2A17F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56A084-1F33-7847-CBCA-228DE14A0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B06E2-A60D-EC4F-C911-09BF601B3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7083FA-E892-1A75-5A2D-72D8B1B49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930ED2-2ACF-F506-D0A2-2D0C7BED1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29B671-AEA8-458A-003A-330EA616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6288E7-D5AB-D652-22D5-8FD754169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724107-E2CE-F75E-726F-AD2A3935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99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FD608-60B0-99B8-B9E1-676BE0BC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6426E-4319-F15B-0AB6-10DCA348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6442A0-6C58-14D6-D6A8-0CBD9744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96EC8-EBBF-BF8D-5B58-F328ED704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7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3F852-B1DD-F9FF-1F0F-1C7D1D307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F154A-5EF8-4E26-8491-4745E7AB9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C9AC1-19D0-7B2D-085C-621BED56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58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CFF66-3DFE-B17E-275D-1DF4B8920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469B7-099E-A9FB-5219-C031FBC5A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8F6B0-551C-2CC0-6725-413B17644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E1C4C-B76F-8EF9-214B-7E57858F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58254-07B7-B144-89B1-AD7AD78E3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79CA8-C900-690B-A358-E33211B54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2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98F12-E4CD-60AF-FEE2-AECED2BC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2F272C-8D42-642A-4628-8174B6A7CD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AD7C0A-6320-A02B-54D7-9DFBED8E3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617C2-DC8B-7ED0-3B32-B441764EE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6BAEA-073F-7B4A-9A75-D13EA0FA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61D48-5A81-4453-876C-BE642486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8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CF2BE-8230-41FE-2EF1-897BAE9BF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F622D-B618-B40F-4725-D75B23563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F2C17-E9DB-1D8A-B2BE-7F29D8EA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EBFF4-0DA2-274F-EC2F-45F64039A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8F119-39B4-0F7B-3F31-E7B160E3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8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55DA2F-4F75-34DD-E48B-309BCA5F6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BD25E5-7555-1E3D-6B35-4DF1EB0BA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4AB31-F002-4961-14D4-588FCC66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2F725-63DA-FF13-F46F-AE6CDB38C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6C3C0-6977-2196-EBE1-503599F6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844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CB116-0C21-5FB4-6166-25D36065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04720-1A8F-A66E-BDC2-7C0769D9E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A2A50-4C3D-3184-3A8B-FE039A963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6C458A-B9F0-7F40-B367-E2FC1CC7A48D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2118C-FE65-B685-DDDA-58BDA8700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B6EB8-A0DB-2377-DFE1-EF83017C71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19962-E1F0-0143-B084-1023450A9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38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214533-7A3A-BD4E-890C-1B89EED72950}"/>
              </a:ext>
            </a:extLst>
          </p:cNvPr>
          <p:cNvSpPr/>
          <p:nvPr/>
        </p:nvSpPr>
        <p:spPr>
          <a:xfrm>
            <a:off x="1924645" y="1238545"/>
            <a:ext cx="3201255" cy="914400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4A9B28-47A1-8A34-E5E0-6480785F4DF0}"/>
              </a:ext>
            </a:extLst>
          </p:cNvPr>
          <p:cNvSpPr/>
          <p:nvPr/>
        </p:nvSpPr>
        <p:spPr>
          <a:xfrm>
            <a:off x="1303867" y="1372192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3E9985-3B2D-EB7A-4B5D-85F140BEACD6}"/>
              </a:ext>
            </a:extLst>
          </p:cNvPr>
          <p:cNvSpPr/>
          <p:nvPr/>
        </p:nvSpPr>
        <p:spPr>
          <a:xfrm>
            <a:off x="2051252" y="1372192"/>
            <a:ext cx="788535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A91E6-5887-DBFF-7136-F471BDCE8973}"/>
              </a:ext>
            </a:extLst>
          </p:cNvPr>
          <p:cNvSpPr/>
          <p:nvPr/>
        </p:nvSpPr>
        <p:spPr>
          <a:xfrm>
            <a:off x="2917034" y="1372190"/>
            <a:ext cx="2093120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A3738D-6D6E-AA80-16E4-64B27E8CF9E0}"/>
              </a:ext>
            </a:extLst>
          </p:cNvPr>
          <p:cNvSpPr/>
          <p:nvPr/>
        </p:nvSpPr>
        <p:spPr>
          <a:xfrm>
            <a:off x="5220425" y="1372190"/>
            <a:ext cx="899591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0D1EFC-FB06-0268-4B58-1622BECA9AB9}"/>
              </a:ext>
            </a:extLst>
          </p:cNvPr>
          <p:cNvSpPr/>
          <p:nvPr/>
        </p:nvSpPr>
        <p:spPr>
          <a:xfrm>
            <a:off x="6155929" y="1372189"/>
            <a:ext cx="820617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F51FB06-20BB-8CD6-F2C5-1FD7875BB082}"/>
              </a:ext>
            </a:extLst>
          </p:cNvPr>
          <p:cNvSpPr/>
          <p:nvPr/>
        </p:nvSpPr>
        <p:spPr>
          <a:xfrm>
            <a:off x="4943785" y="2378361"/>
            <a:ext cx="3242726" cy="914400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D575E1-7A11-FAA0-3E55-F89EA8BAEA27}"/>
              </a:ext>
            </a:extLst>
          </p:cNvPr>
          <p:cNvSpPr/>
          <p:nvPr/>
        </p:nvSpPr>
        <p:spPr>
          <a:xfrm>
            <a:off x="5044264" y="2520717"/>
            <a:ext cx="782691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7695E4-5393-BE41-425B-3681F7B1A556}"/>
              </a:ext>
            </a:extLst>
          </p:cNvPr>
          <p:cNvSpPr/>
          <p:nvPr/>
        </p:nvSpPr>
        <p:spPr>
          <a:xfrm>
            <a:off x="6006298" y="2520715"/>
            <a:ext cx="2093120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E04625-1FF8-89A4-E010-1C707A03133D}"/>
              </a:ext>
            </a:extLst>
          </p:cNvPr>
          <p:cNvSpPr/>
          <p:nvPr/>
        </p:nvSpPr>
        <p:spPr>
          <a:xfrm>
            <a:off x="8266144" y="2520715"/>
            <a:ext cx="899591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41D60F-00BF-CDB6-FCBE-B1A13C0ED1ED}"/>
              </a:ext>
            </a:extLst>
          </p:cNvPr>
          <p:cNvSpPr/>
          <p:nvPr/>
        </p:nvSpPr>
        <p:spPr>
          <a:xfrm>
            <a:off x="9252447" y="2520714"/>
            <a:ext cx="820617" cy="647113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PFN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5341971-B6B5-68E2-2FCA-6F607C891F8E}"/>
              </a:ext>
            </a:extLst>
          </p:cNvPr>
          <p:cNvSpPr/>
          <p:nvPr/>
        </p:nvSpPr>
        <p:spPr>
          <a:xfrm>
            <a:off x="7983585" y="3499704"/>
            <a:ext cx="2950253" cy="914400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5D7666-065B-EECE-1847-CDE55EE32F0D}"/>
              </a:ext>
            </a:extLst>
          </p:cNvPr>
          <p:cNvSpPr/>
          <p:nvPr/>
        </p:nvSpPr>
        <p:spPr>
          <a:xfrm>
            <a:off x="8110192" y="3633351"/>
            <a:ext cx="867509" cy="647112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8922FD-0348-577B-8ED5-D2B4930ECF6B}"/>
              </a:ext>
            </a:extLst>
          </p:cNvPr>
          <p:cNvSpPr/>
          <p:nvPr/>
        </p:nvSpPr>
        <p:spPr>
          <a:xfrm>
            <a:off x="9072226" y="3633349"/>
            <a:ext cx="1721535" cy="6471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6C2E0C-E1C9-1BC6-7C0F-BAEC20CDC029}"/>
              </a:ext>
            </a:extLst>
          </p:cNvPr>
          <p:cNvSpPr/>
          <p:nvPr/>
        </p:nvSpPr>
        <p:spPr>
          <a:xfrm>
            <a:off x="1445327" y="2520714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EB59B4-7738-1E88-4210-21CF3ECE9891}"/>
              </a:ext>
            </a:extLst>
          </p:cNvPr>
          <p:cNvSpPr/>
          <p:nvPr/>
        </p:nvSpPr>
        <p:spPr>
          <a:xfrm>
            <a:off x="1918941" y="3633348"/>
            <a:ext cx="505891" cy="64711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B01B01E-6CED-4398-48A8-8308C95AF3F5}"/>
              </a:ext>
            </a:extLst>
          </p:cNvPr>
          <p:cNvCxnSpPr>
            <a:cxnSpLocks/>
            <a:stCxn id="27" idx="3"/>
            <a:endCxn id="15" idx="1"/>
          </p:cNvCxnSpPr>
          <p:nvPr/>
        </p:nvCxnSpPr>
        <p:spPr>
          <a:xfrm>
            <a:off x="1951218" y="2844270"/>
            <a:ext cx="3093046" cy="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25530FD-8B17-FD58-ECE5-74767EC1B95A}"/>
              </a:ext>
            </a:extLst>
          </p:cNvPr>
          <p:cNvCxnSpPr>
            <a:cxnSpLocks/>
            <a:stCxn id="28" idx="3"/>
            <a:endCxn id="22" idx="1"/>
          </p:cNvCxnSpPr>
          <p:nvPr/>
        </p:nvCxnSpPr>
        <p:spPr>
          <a:xfrm>
            <a:off x="2424832" y="3956904"/>
            <a:ext cx="5685360" cy="3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FCF5F6A-8372-792A-8A0E-978D9746F081}"/>
              </a:ext>
            </a:extLst>
          </p:cNvPr>
          <p:cNvSpPr/>
          <p:nvPr/>
        </p:nvSpPr>
        <p:spPr>
          <a:xfrm>
            <a:off x="1951219" y="2337786"/>
            <a:ext cx="3020943" cy="371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 Contention</a:t>
            </a:r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ABB89AE4-A761-CE17-6969-C2B868335AD1}"/>
              </a:ext>
            </a:extLst>
          </p:cNvPr>
          <p:cNvSpPr/>
          <p:nvPr/>
        </p:nvSpPr>
        <p:spPr>
          <a:xfrm rot="16200000">
            <a:off x="3405607" y="1207672"/>
            <a:ext cx="155448" cy="3053647"/>
          </a:xfrm>
          <a:prstGeom prst="rightBrace">
            <a:avLst>
              <a:gd name="adj1" fmla="val 9333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Brace 35">
            <a:extLst>
              <a:ext uri="{FF2B5EF4-FFF2-40B4-BE49-F238E27FC236}">
                <a16:creationId xmlns:a16="http://schemas.microsoft.com/office/drawing/2014/main" id="{15E76822-DC4E-FD7A-1618-3E660573B1B2}"/>
              </a:ext>
            </a:extLst>
          </p:cNvPr>
          <p:cNvSpPr/>
          <p:nvPr/>
        </p:nvSpPr>
        <p:spPr>
          <a:xfrm rot="16200000">
            <a:off x="5158417" y="983818"/>
            <a:ext cx="207419" cy="5674586"/>
          </a:xfrm>
          <a:prstGeom prst="rightBrace">
            <a:avLst>
              <a:gd name="adj1" fmla="val 93337"/>
              <a:gd name="adj2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5384F02-21BC-E4FB-D434-64CB75E54FDF}"/>
              </a:ext>
            </a:extLst>
          </p:cNvPr>
          <p:cNvSpPr/>
          <p:nvPr/>
        </p:nvSpPr>
        <p:spPr>
          <a:xfrm>
            <a:off x="2435604" y="3406716"/>
            <a:ext cx="5545632" cy="371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Lock Contention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A805667-B84C-F2F1-D802-7CFA254F5A4C}"/>
              </a:ext>
            </a:extLst>
          </p:cNvPr>
          <p:cNvCxnSpPr>
            <a:cxnSpLocks/>
          </p:cNvCxnSpPr>
          <p:nvPr/>
        </p:nvCxnSpPr>
        <p:spPr>
          <a:xfrm>
            <a:off x="5035563" y="2013096"/>
            <a:ext cx="0" cy="507618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D10AA44-93EB-FA1A-2166-FF431744079F}"/>
              </a:ext>
            </a:extLst>
          </p:cNvPr>
          <p:cNvCxnSpPr>
            <a:cxnSpLocks/>
          </p:cNvCxnSpPr>
          <p:nvPr/>
        </p:nvCxnSpPr>
        <p:spPr>
          <a:xfrm>
            <a:off x="8118618" y="3167826"/>
            <a:ext cx="0" cy="48564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8F17D88F-7976-D307-3EA5-CD3CB238DB6B}"/>
              </a:ext>
            </a:extLst>
          </p:cNvPr>
          <p:cNvSpPr/>
          <p:nvPr/>
        </p:nvSpPr>
        <p:spPr>
          <a:xfrm>
            <a:off x="8236386" y="1365361"/>
            <a:ext cx="615342" cy="200606"/>
          </a:xfrm>
          <a:prstGeom prst="roundRect">
            <a:avLst>
              <a:gd name="adj" fmla="val 0"/>
            </a:avLst>
          </a:prstGeom>
          <a:pattFill prst="wdUpDiag">
            <a:fgClr>
              <a:schemeClr val="tx1">
                <a:lumMod val="50000"/>
                <a:lumOff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E62FCE5-0ABB-F22A-A186-5E12F9A63F4D}"/>
              </a:ext>
            </a:extLst>
          </p:cNvPr>
          <p:cNvSpPr/>
          <p:nvPr/>
        </p:nvSpPr>
        <p:spPr>
          <a:xfrm>
            <a:off x="8887143" y="1338925"/>
            <a:ext cx="1224425" cy="2770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Serialized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36FC06CB-7B13-C9B2-F7E5-FE26952BAA85}"/>
              </a:ext>
            </a:extLst>
          </p:cNvPr>
          <p:cNvCxnSpPr>
            <a:cxnSpLocks/>
          </p:cNvCxnSpPr>
          <p:nvPr/>
        </p:nvCxnSpPr>
        <p:spPr>
          <a:xfrm>
            <a:off x="8243595" y="1808559"/>
            <a:ext cx="608133" cy="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4FF4A32E-F8F1-A360-B2A9-8B7F7D196F29}"/>
              </a:ext>
            </a:extLst>
          </p:cNvPr>
          <p:cNvSpPr/>
          <p:nvPr/>
        </p:nvSpPr>
        <p:spPr>
          <a:xfrm>
            <a:off x="8851879" y="1469059"/>
            <a:ext cx="2208153" cy="6471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Temporal dependency 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C605861-338A-3DC9-9B71-851254ED1FCE}"/>
              </a:ext>
            </a:extLst>
          </p:cNvPr>
          <p:cNvSpPr/>
          <p:nvPr/>
        </p:nvSpPr>
        <p:spPr>
          <a:xfrm>
            <a:off x="8243595" y="1051731"/>
            <a:ext cx="615342" cy="2068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1FE872F-32BF-A8EA-D970-A9EB24716D09}"/>
              </a:ext>
            </a:extLst>
          </p:cNvPr>
          <p:cNvSpPr/>
          <p:nvPr/>
        </p:nvSpPr>
        <p:spPr>
          <a:xfrm>
            <a:off x="8888529" y="992983"/>
            <a:ext cx="2045309" cy="2970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 VM exit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F5A9A4E-9527-453E-0584-96AD7A8EAB04}"/>
              </a:ext>
            </a:extLst>
          </p:cNvPr>
          <p:cNvSpPr/>
          <p:nvPr/>
        </p:nvSpPr>
        <p:spPr>
          <a:xfrm flipV="1">
            <a:off x="10561363" y="3482786"/>
            <a:ext cx="406422" cy="931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80472B3-C0C8-3550-F78A-9720D2F083D8}"/>
              </a:ext>
            </a:extLst>
          </p:cNvPr>
          <p:cNvSpPr/>
          <p:nvPr/>
        </p:nvSpPr>
        <p:spPr>
          <a:xfrm>
            <a:off x="6638879" y="1714819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7C87AAC-F042-168B-073D-11B611A668F7}"/>
              </a:ext>
            </a:extLst>
          </p:cNvPr>
          <p:cNvSpPr/>
          <p:nvPr/>
        </p:nvSpPr>
        <p:spPr>
          <a:xfrm>
            <a:off x="9769165" y="2854457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4A3E927-7379-C3AF-2C51-8B811A7DCC73}"/>
              </a:ext>
            </a:extLst>
          </p:cNvPr>
          <p:cNvSpPr/>
          <p:nvPr/>
        </p:nvSpPr>
        <p:spPr>
          <a:xfrm>
            <a:off x="2121291" y="3874224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48C86BE-0193-9BF5-97E5-C789B01BBD07}"/>
              </a:ext>
            </a:extLst>
          </p:cNvPr>
          <p:cNvSpPr/>
          <p:nvPr/>
        </p:nvSpPr>
        <p:spPr>
          <a:xfrm>
            <a:off x="1490807" y="1615960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A184D0-1B65-12D6-F321-807D81775727}"/>
              </a:ext>
            </a:extLst>
          </p:cNvPr>
          <p:cNvSpPr/>
          <p:nvPr/>
        </p:nvSpPr>
        <p:spPr>
          <a:xfrm>
            <a:off x="5803260" y="171165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C30446A-4E45-88B1-1A55-B7AA0224D75E}"/>
              </a:ext>
            </a:extLst>
          </p:cNvPr>
          <p:cNvSpPr/>
          <p:nvPr/>
        </p:nvSpPr>
        <p:spPr>
          <a:xfrm>
            <a:off x="1629037" y="276259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43C7D88-C79F-CBCD-4514-1A1682DBD504}"/>
              </a:ext>
            </a:extLst>
          </p:cNvPr>
          <p:cNvSpPr/>
          <p:nvPr/>
        </p:nvSpPr>
        <p:spPr>
          <a:xfrm>
            <a:off x="8851728" y="2860566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414BD0E-D70B-F497-5DF3-E999CDD24574}"/>
              </a:ext>
            </a:extLst>
          </p:cNvPr>
          <p:cNvSpPr/>
          <p:nvPr/>
        </p:nvSpPr>
        <p:spPr>
          <a:xfrm>
            <a:off x="724683" y="1380824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9D5BC1D-1845-757A-16DB-A004DC077094}"/>
              </a:ext>
            </a:extLst>
          </p:cNvPr>
          <p:cNvSpPr/>
          <p:nvPr/>
        </p:nvSpPr>
        <p:spPr>
          <a:xfrm>
            <a:off x="911623" y="1624592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0D5DA91-77E7-6885-B5AC-0431830D00CF}"/>
              </a:ext>
            </a:extLst>
          </p:cNvPr>
          <p:cNvSpPr/>
          <p:nvPr/>
        </p:nvSpPr>
        <p:spPr>
          <a:xfrm>
            <a:off x="730415" y="2520714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CE87402-F607-1AFC-4F75-AA27854B9C61}"/>
              </a:ext>
            </a:extLst>
          </p:cNvPr>
          <p:cNvSpPr/>
          <p:nvPr/>
        </p:nvSpPr>
        <p:spPr>
          <a:xfrm>
            <a:off x="917355" y="2764482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93E1E3A-ADBC-586C-454A-96865E7D44FB}"/>
              </a:ext>
            </a:extLst>
          </p:cNvPr>
          <p:cNvSpPr/>
          <p:nvPr/>
        </p:nvSpPr>
        <p:spPr>
          <a:xfrm>
            <a:off x="724683" y="3670007"/>
            <a:ext cx="505891" cy="647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0A63086-E37B-01AF-895F-FD2C55613B16}"/>
              </a:ext>
            </a:extLst>
          </p:cNvPr>
          <p:cNvSpPr/>
          <p:nvPr/>
        </p:nvSpPr>
        <p:spPr>
          <a:xfrm>
            <a:off x="911623" y="3913775"/>
            <a:ext cx="37358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C41D5DA-2815-0686-8065-BAE38E9B2DA3}"/>
              </a:ext>
            </a:extLst>
          </p:cNvPr>
          <p:cNvSpPr/>
          <p:nvPr/>
        </p:nvSpPr>
        <p:spPr>
          <a:xfrm>
            <a:off x="8054366" y="859752"/>
            <a:ext cx="3046834" cy="1221235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F655774-6F68-B84B-B4C1-1DF2D36C1003}"/>
              </a:ext>
            </a:extLst>
          </p:cNvPr>
          <p:cNvSpPr/>
          <p:nvPr/>
        </p:nvSpPr>
        <p:spPr>
          <a:xfrm>
            <a:off x="1132324" y="914989"/>
            <a:ext cx="918928" cy="2898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490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B17FB0A9-69FA-664B-AFD3-4E95E8AA1262}"/>
              </a:ext>
            </a:extLst>
          </p:cNvPr>
          <p:cNvSpPr/>
          <p:nvPr/>
        </p:nvSpPr>
        <p:spPr>
          <a:xfrm>
            <a:off x="3510575" y="706661"/>
            <a:ext cx="5167729" cy="4112040"/>
          </a:xfrm>
          <a:prstGeom prst="roundRect">
            <a:avLst>
              <a:gd name="adj" fmla="val 7652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6F941C4-5459-F829-8097-D3CA07687742}"/>
              </a:ext>
            </a:extLst>
          </p:cNvPr>
          <p:cNvCxnSpPr>
            <a:stCxn id="7" idx="3"/>
            <a:endCxn id="12" idx="1"/>
          </p:cNvCxnSpPr>
          <p:nvPr/>
        </p:nvCxnSpPr>
        <p:spPr>
          <a:xfrm flipV="1">
            <a:off x="2942101" y="2512207"/>
            <a:ext cx="1250460" cy="419323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ACD3178-7DE7-54DA-E023-AFCDB4305CBA}"/>
              </a:ext>
            </a:extLst>
          </p:cNvPr>
          <p:cNvSpPr/>
          <p:nvPr/>
        </p:nvSpPr>
        <p:spPr>
          <a:xfrm>
            <a:off x="687540" y="808543"/>
            <a:ext cx="2388313" cy="25575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581CC8-EC7C-A6E8-69DE-B7A11C292BF9}"/>
              </a:ext>
            </a:extLst>
          </p:cNvPr>
          <p:cNvSpPr/>
          <p:nvPr/>
        </p:nvSpPr>
        <p:spPr>
          <a:xfrm>
            <a:off x="867117" y="1230924"/>
            <a:ext cx="2056792" cy="9612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 Subsystem</a:t>
            </a: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CBEFBA-3EDF-DAD7-F1B5-F027BF0442BA}"/>
              </a:ext>
            </a:extLst>
          </p:cNvPr>
          <p:cNvSpPr/>
          <p:nvPr/>
        </p:nvSpPr>
        <p:spPr>
          <a:xfrm>
            <a:off x="867116" y="2709551"/>
            <a:ext cx="2074985" cy="4439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 Driver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B61812-CAB3-7ABD-5966-83A0455F3134}"/>
              </a:ext>
            </a:extLst>
          </p:cNvPr>
          <p:cNvSpPr/>
          <p:nvPr/>
        </p:nvSpPr>
        <p:spPr>
          <a:xfrm>
            <a:off x="687539" y="3685543"/>
            <a:ext cx="2471437" cy="961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C1034-EEDF-EC14-845E-FB30ECD36F1C}"/>
              </a:ext>
            </a:extLst>
          </p:cNvPr>
          <p:cNvSpPr/>
          <p:nvPr/>
        </p:nvSpPr>
        <p:spPr>
          <a:xfrm>
            <a:off x="867116" y="4025513"/>
            <a:ext cx="2074985" cy="4454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vIOMMU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241E67-9157-D937-04BF-A214B8BF1E2E}"/>
              </a:ext>
            </a:extLst>
          </p:cNvPr>
          <p:cNvSpPr/>
          <p:nvPr/>
        </p:nvSpPr>
        <p:spPr>
          <a:xfrm>
            <a:off x="3786858" y="821429"/>
            <a:ext cx="2423936" cy="286659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4455D-7246-D85A-3577-C4578247D6C1}"/>
              </a:ext>
            </a:extLst>
          </p:cNvPr>
          <p:cNvSpPr/>
          <p:nvPr/>
        </p:nvSpPr>
        <p:spPr>
          <a:xfrm>
            <a:off x="4009292" y="1285914"/>
            <a:ext cx="2016369" cy="1533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F23E1B-A5A7-209F-5915-BBE52BB4EB38}"/>
              </a:ext>
            </a:extLst>
          </p:cNvPr>
          <p:cNvSpPr/>
          <p:nvPr/>
        </p:nvSpPr>
        <p:spPr>
          <a:xfrm>
            <a:off x="4192561" y="2332898"/>
            <a:ext cx="1641232" cy="3586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986BC7-CC17-75B2-E9DD-7E237FD701A2}"/>
              </a:ext>
            </a:extLst>
          </p:cNvPr>
          <p:cNvSpPr/>
          <p:nvPr/>
        </p:nvSpPr>
        <p:spPr>
          <a:xfrm>
            <a:off x="3964264" y="1285914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 Memory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61AD4DB-A875-A283-CE93-0CB5EA23E2E5}"/>
              </a:ext>
            </a:extLst>
          </p:cNvPr>
          <p:cNvGrpSpPr/>
          <p:nvPr/>
        </p:nvGrpSpPr>
        <p:grpSpPr>
          <a:xfrm>
            <a:off x="4018426" y="1633222"/>
            <a:ext cx="1819667" cy="600802"/>
            <a:chOff x="4018426" y="2100733"/>
            <a:chExt cx="1819667" cy="60080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913B002-13BE-2660-C46D-C1E5A12E0DE8}"/>
                </a:ext>
              </a:extLst>
            </p:cNvPr>
            <p:cNvSpPr/>
            <p:nvPr/>
          </p:nvSpPr>
          <p:spPr>
            <a:xfrm>
              <a:off x="4196860" y="2136359"/>
              <a:ext cx="1641232" cy="5651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957D4FB-7555-5FDE-7B5E-90E66FA08F6E}"/>
                </a:ext>
              </a:extLst>
            </p:cNvPr>
            <p:cNvSpPr/>
            <p:nvPr/>
          </p:nvSpPr>
          <p:spPr>
            <a:xfrm>
              <a:off x="4018426" y="2100733"/>
              <a:ext cx="963425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gIOPT</a:t>
              </a:r>
              <a:endPara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16E04C2-9E70-6AC9-693C-92144CB3BCC3}"/>
                </a:ext>
              </a:extLst>
            </p:cNvPr>
            <p:cNvSpPr/>
            <p:nvPr/>
          </p:nvSpPr>
          <p:spPr>
            <a:xfrm>
              <a:off x="4196861" y="2330457"/>
              <a:ext cx="1641232" cy="3519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IOVA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GPA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843350C-150B-D5C7-3AD2-27FC894415FA}"/>
              </a:ext>
            </a:extLst>
          </p:cNvPr>
          <p:cNvSpPr/>
          <p:nvPr/>
        </p:nvSpPr>
        <p:spPr>
          <a:xfrm>
            <a:off x="4018426" y="2955937"/>
            <a:ext cx="2007235" cy="56517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F1CA61-6580-0C2C-EEEF-08CA33721376}"/>
              </a:ext>
            </a:extLst>
          </p:cNvPr>
          <p:cNvSpPr/>
          <p:nvPr/>
        </p:nvSpPr>
        <p:spPr>
          <a:xfrm>
            <a:off x="3852173" y="2920311"/>
            <a:ext cx="96342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hIOPT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F729EC-EF59-80E6-2CD6-D5BDA19427EF}"/>
              </a:ext>
            </a:extLst>
          </p:cNvPr>
          <p:cNvSpPr/>
          <p:nvPr/>
        </p:nvSpPr>
        <p:spPr>
          <a:xfrm>
            <a:off x="4161236" y="3150035"/>
            <a:ext cx="1641232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GPA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E4E7F9A-3227-2F3A-7294-7477D2865863}"/>
              </a:ext>
            </a:extLst>
          </p:cNvPr>
          <p:cNvSpPr/>
          <p:nvPr/>
        </p:nvSpPr>
        <p:spPr>
          <a:xfrm>
            <a:off x="3704075" y="821429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Memory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7FE0EA-05E0-2D31-F048-A4DF44F9B190}"/>
              </a:ext>
            </a:extLst>
          </p:cNvPr>
          <p:cNvSpPr/>
          <p:nvPr/>
        </p:nvSpPr>
        <p:spPr>
          <a:xfrm>
            <a:off x="6633135" y="821429"/>
            <a:ext cx="1453961" cy="28739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IOMMU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F9464A-3F4D-D6C2-5C9A-F9498AAE8DC4}"/>
              </a:ext>
            </a:extLst>
          </p:cNvPr>
          <p:cNvSpPr/>
          <p:nvPr/>
        </p:nvSpPr>
        <p:spPr>
          <a:xfrm>
            <a:off x="7140191" y="821430"/>
            <a:ext cx="946906" cy="7394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IOPWC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8DC115-F65B-BEF6-EA7B-0BDCBF1D7D15}"/>
              </a:ext>
            </a:extLst>
          </p:cNvPr>
          <p:cNvSpPr/>
          <p:nvPr/>
        </p:nvSpPr>
        <p:spPr>
          <a:xfrm>
            <a:off x="7140191" y="2955937"/>
            <a:ext cx="946906" cy="7394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IOTLB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7BF757-759B-A0EA-5FF0-4F0FD363A48B}"/>
              </a:ext>
            </a:extLst>
          </p:cNvPr>
          <p:cNvSpPr/>
          <p:nvPr/>
        </p:nvSpPr>
        <p:spPr>
          <a:xfrm>
            <a:off x="4583723" y="4099635"/>
            <a:ext cx="2423676" cy="520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252E96-B295-8AB1-53B8-6169CD1D3DFC}"/>
              </a:ext>
            </a:extLst>
          </p:cNvPr>
          <p:cNvSpPr/>
          <p:nvPr/>
        </p:nvSpPr>
        <p:spPr>
          <a:xfrm>
            <a:off x="651914" y="809716"/>
            <a:ext cx="107589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Guest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4833FB-4E2E-5B77-D970-57D2E4FCB28A}"/>
              </a:ext>
            </a:extLst>
          </p:cNvPr>
          <p:cNvSpPr/>
          <p:nvPr/>
        </p:nvSpPr>
        <p:spPr>
          <a:xfrm>
            <a:off x="431156" y="3661963"/>
            <a:ext cx="1754068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Hypervisor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91840DC-E08A-94FB-93DB-AAB0DCC6B509}"/>
              </a:ext>
            </a:extLst>
          </p:cNvPr>
          <p:cNvCxnSpPr>
            <a:cxnSpLocks/>
          </p:cNvCxnSpPr>
          <p:nvPr/>
        </p:nvCxnSpPr>
        <p:spPr>
          <a:xfrm flipV="1">
            <a:off x="1109965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A4C9698-05DF-515E-3ED2-1011DED913EF}"/>
              </a:ext>
            </a:extLst>
          </p:cNvPr>
          <p:cNvCxnSpPr>
            <a:cxnSpLocks/>
          </p:cNvCxnSpPr>
          <p:nvPr/>
        </p:nvCxnSpPr>
        <p:spPr>
          <a:xfrm>
            <a:off x="1337196" y="2192216"/>
            <a:ext cx="0" cy="517335"/>
          </a:xfrm>
          <a:prstGeom prst="straightConnector1">
            <a:avLst/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25DC2224-4300-BE59-897E-D4B1239E5C4E}"/>
              </a:ext>
            </a:extLst>
          </p:cNvPr>
          <p:cNvCxnSpPr>
            <a:cxnSpLocks/>
          </p:cNvCxnSpPr>
          <p:nvPr/>
        </p:nvCxnSpPr>
        <p:spPr>
          <a:xfrm>
            <a:off x="2348201" y="3516882"/>
            <a:ext cx="2235522" cy="856460"/>
          </a:xfrm>
          <a:prstGeom prst="bentConnector3">
            <a:avLst>
              <a:gd name="adj1" fmla="val 50000"/>
            </a:avLst>
          </a:prstGeom>
          <a:ln w="22225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2860C20-5A88-0A7D-617C-656C4292A8C0}"/>
              </a:ext>
            </a:extLst>
          </p:cNvPr>
          <p:cNvSpPr/>
          <p:nvPr/>
        </p:nvSpPr>
        <p:spPr>
          <a:xfrm rot="20536426">
            <a:off x="583647" y="2393013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332DE80-9AD3-E170-DA1C-F241964D395E}"/>
              </a:ext>
            </a:extLst>
          </p:cNvPr>
          <p:cNvSpPr/>
          <p:nvPr/>
        </p:nvSpPr>
        <p:spPr>
          <a:xfrm rot="20394676">
            <a:off x="1309739" y="2375237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C67E9CD-3888-DE7B-E4D1-BBDFA8C819FA}"/>
              </a:ext>
            </a:extLst>
          </p:cNvPr>
          <p:cNvSpPr/>
          <p:nvPr/>
        </p:nvSpPr>
        <p:spPr>
          <a:xfrm>
            <a:off x="799672" y="225540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4E838E26-BD02-A73D-E539-2A6F7584B066}"/>
              </a:ext>
            </a:extLst>
          </p:cNvPr>
          <p:cNvSpPr/>
          <p:nvPr/>
        </p:nvSpPr>
        <p:spPr>
          <a:xfrm>
            <a:off x="1379500" y="2256017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A50B2A5-48B2-4365-C14F-F917961975D2}"/>
              </a:ext>
            </a:extLst>
          </p:cNvPr>
          <p:cNvSpPr/>
          <p:nvPr/>
        </p:nvSpPr>
        <p:spPr>
          <a:xfrm>
            <a:off x="837055" y="45065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B662A2-45FD-93A4-733E-D8BA2EF8B1D0}"/>
              </a:ext>
            </a:extLst>
          </p:cNvPr>
          <p:cNvSpPr/>
          <p:nvPr/>
        </p:nvSpPr>
        <p:spPr>
          <a:xfrm rot="849017">
            <a:off x="3070702" y="1226982"/>
            <a:ext cx="853004" cy="2749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 </a:t>
            </a:r>
            <a:b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C249B1-A47B-5095-886F-56EDC250D355}"/>
              </a:ext>
            </a:extLst>
          </p:cNvPr>
          <p:cNvSpPr/>
          <p:nvPr/>
        </p:nvSpPr>
        <p:spPr>
          <a:xfrm>
            <a:off x="3788245" y="4062484"/>
            <a:ext cx="704202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IOVA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39B25F6-16FE-9010-463D-418211EE47D9}"/>
              </a:ext>
            </a:extLst>
          </p:cNvPr>
          <p:cNvSpPr/>
          <p:nvPr/>
        </p:nvSpPr>
        <p:spPr>
          <a:xfrm>
            <a:off x="3653921" y="4091870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4</a:t>
            </a:r>
          </a:p>
        </p:txBody>
      </p: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BD142E1A-334C-EA1E-7B07-095918606F4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60067" y="3590349"/>
            <a:ext cx="700908" cy="606246"/>
          </a:xfrm>
          <a:prstGeom prst="bentConnector3">
            <a:avLst>
              <a:gd name="adj1" fmla="val 425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7509EE2-DA62-AABE-FAFF-F865F404B274}"/>
              </a:ext>
            </a:extLst>
          </p:cNvPr>
          <p:cNvCxnSpPr>
            <a:cxnSpLocks/>
          </p:cNvCxnSpPr>
          <p:nvPr/>
        </p:nvCxnSpPr>
        <p:spPr>
          <a:xfrm flipV="1">
            <a:off x="1906501" y="2181331"/>
            <a:ext cx="0" cy="517335"/>
          </a:xfrm>
          <a:prstGeom prst="straightConnector1">
            <a:avLst/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799175CF-BA73-751B-94CF-8E6D338CD929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84928" y="2414865"/>
            <a:ext cx="870943" cy="4082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348079D4-24D9-3A2C-75DA-407B1A3656D7}"/>
              </a:ext>
            </a:extLst>
          </p:cNvPr>
          <p:cNvCxnSpPr>
            <a:cxnSpLocks/>
          </p:cNvCxnSpPr>
          <p:nvPr/>
        </p:nvCxnSpPr>
        <p:spPr>
          <a:xfrm rot="5400000">
            <a:off x="5757625" y="2651002"/>
            <a:ext cx="823660" cy="351386"/>
          </a:xfrm>
          <a:prstGeom prst="bentConnector2">
            <a:avLst/>
          </a:prstGeom>
          <a:ln w="22225">
            <a:solidFill>
              <a:srgbClr val="00B050"/>
            </a:solidFill>
            <a:headEnd type="oval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750E2C78-7166-C7DA-91A0-BD2FF9407E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5765719" y="1837800"/>
            <a:ext cx="890151" cy="1"/>
          </a:xfrm>
          <a:prstGeom prst="bentConnector3">
            <a:avLst>
              <a:gd name="adj1" fmla="val 50000"/>
            </a:avLst>
          </a:prstGeom>
          <a:ln w="22225">
            <a:solidFill>
              <a:srgbClr val="00B05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41BCCF1F-76E5-7A04-72F3-BCE9C2EC4400}"/>
              </a:ext>
            </a:extLst>
          </p:cNvPr>
          <p:cNvSpPr/>
          <p:nvPr/>
        </p:nvSpPr>
        <p:spPr>
          <a:xfrm>
            <a:off x="6862255" y="3843500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E1CE31E-B2FE-4836-5749-1C16129B2B9E}"/>
              </a:ext>
            </a:extLst>
          </p:cNvPr>
          <p:cNvSpPr/>
          <p:nvPr/>
        </p:nvSpPr>
        <p:spPr>
          <a:xfrm>
            <a:off x="6781988" y="3807070"/>
            <a:ext cx="881668" cy="303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IOVA</a:t>
            </a: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access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E7FB960-5DDF-7926-D36D-083F782BCC4E}"/>
              </a:ext>
            </a:extLst>
          </p:cNvPr>
          <p:cNvSpPr/>
          <p:nvPr/>
        </p:nvSpPr>
        <p:spPr>
          <a:xfrm>
            <a:off x="6070689" y="2476778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C1247AE-A8BF-4D9B-B806-BD2890E1207F}"/>
              </a:ext>
            </a:extLst>
          </p:cNvPr>
          <p:cNvSpPr/>
          <p:nvPr/>
        </p:nvSpPr>
        <p:spPr>
          <a:xfrm>
            <a:off x="5878458" y="1520372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D8C291-3B6E-E11B-531C-EED5BABD12B0}"/>
              </a:ext>
            </a:extLst>
          </p:cNvPr>
          <p:cNvSpPr/>
          <p:nvPr/>
        </p:nvSpPr>
        <p:spPr>
          <a:xfrm>
            <a:off x="6014833" y="1501613"/>
            <a:ext cx="630403" cy="21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EC997B7-73EC-9347-0206-B7D5D4BB8FCA}"/>
              </a:ext>
            </a:extLst>
          </p:cNvPr>
          <p:cNvSpPr/>
          <p:nvPr/>
        </p:nvSpPr>
        <p:spPr>
          <a:xfrm rot="16200000">
            <a:off x="6006824" y="2767992"/>
            <a:ext cx="928312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Translate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7A12EF-D44A-E3E4-DDFE-83CAD93316E4}"/>
              </a:ext>
            </a:extLst>
          </p:cNvPr>
          <p:cNvSpPr/>
          <p:nvPr/>
        </p:nvSpPr>
        <p:spPr>
          <a:xfrm rot="20536426">
            <a:off x="1867997" y="2419537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B9B88A44-791B-6CEA-EE89-920268F7B536}"/>
              </a:ext>
            </a:extLst>
          </p:cNvPr>
          <p:cNvSpPr/>
          <p:nvPr/>
        </p:nvSpPr>
        <p:spPr>
          <a:xfrm>
            <a:off x="2044250" y="2262376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8</a:t>
            </a:r>
          </a:p>
        </p:txBody>
      </p: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3DBF7C46-0F7A-CAD6-FAAF-C451014ABD39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2389" y="1596491"/>
            <a:ext cx="1" cy="2651760"/>
          </a:xfrm>
          <a:prstGeom prst="bentConnector3">
            <a:avLst>
              <a:gd name="adj1" fmla="val 22860100000"/>
            </a:avLst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938479D-7186-815D-145A-2C9675B0BEBB}"/>
              </a:ext>
            </a:extLst>
          </p:cNvPr>
          <p:cNvSpPr/>
          <p:nvPr/>
        </p:nvSpPr>
        <p:spPr>
          <a:xfrm rot="1017037">
            <a:off x="3100430" y="1884438"/>
            <a:ext cx="805615" cy="2495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Remove  </a:t>
            </a:r>
            <a:b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2F07E6A-93CD-9F41-A5B4-C29AD888F5A8}"/>
              </a:ext>
            </a:extLst>
          </p:cNvPr>
          <p:cNvSpPr/>
          <p:nvPr/>
        </p:nvSpPr>
        <p:spPr>
          <a:xfrm>
            <a:off x="3017107" y="1799989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9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987217C-2269-CD61-4B47-F47F61BF1D0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58172" y="4248251"/>
            <a:ext cx="308944" cy="1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C1DE25A-C7AE-BE3A-3725-6700C97DEBCF}"/>
              </a:ext>
            </a:extLst>
          </p:cNvPr>
          <p:cNvCxnSpPr>
            <a:cxnSpLocks/>
          </p:cNvCxnSpPr>
          <p:nvPr/>
        </p:nvCxnSpPr>
        <p:spPr>
          <a:xfrm flipV="1">
            <a:off x="563764" y="1593813"/>
            <a:ext cx="303351" cy="2677"/>
          </a:xfrm>
          <a:prstGeom prst="straightConnector1">
            <a:avLst/>
          </a:prstGeom>
          <a:ln w="22225">
            <a:solidFill>
              <a:srgbClr val="C00000"/>
            </a:solidFill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EFB661C4-A45E-DE0D-2C52-7F5A58E3BB6E}"/>
              </a:ext>
            </a:extLst>
          </p:cNvPr>
          <p:cNvSpPr/>
          <p:nvPr/>
        </p:nvSpPr>
        <p:spPr>
          <a:xfrm rot="16200000">
            <a:off x="-899162" y="2937891"/>
            <a:ext cx="2651759" cy="1944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Invalidation (</a:t>
            </a:r>
            <a:r>
              <a:rPr lang="en-US" sz="15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</a:t>
            </a:r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DB745C4A-F5D5-398A-4B43-AAE28F8A3FD4}"/>
              </a:ext>
            </a:extLst>
          </p:cNvPr>
          <p:cNvSpPr/>
          <p:nvPr/>
        </p:nvSpPr>
        <p:spPr>
          <a:xfrm>
            <a:off x="3873466" y="4825698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109BC40C-114B-C5FF-EE37-BD95C009ECF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396668" y="1083792"/>
            <a:ext cx="922849" cy="5823838"/>
          </a:xfrm>
          <a:prstGeom prst="bentConnector4">
            <a:avLst>
              <a:gd name="adj1" fmla="val -35630"/>
              <a:gd name="adj2" fmla="val 99988"/>
            </a:avLst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>
            <a:extLst>
              <a:ext uri="{FF2B5EF4-FFF2-40B4-BE49-F238E27FC236}">
                <a16:creationId xmlns:a16="http://schemas.microsoft.com/office/drawing/2014/main" id="{5CD329CF-31B7-873F-38AC-3E60C9BD9044}"/>
              </a:ext>
            </a:extLst>
          </p:cNvPr>
          <p:cNvSpPr/>
          <p:nvPr/>
        </p:nvSpPr>
        <p:spPr>
          <a:xfrm>
            <a:off x="3053861" y="4891576"/>
            <a:ext cx="3705592" cy="1192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 invalidation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82FC661-4B0F-3C0A-F712-E6E95B20D040}"/>
              </a:ext>
            </a:extLst>
          </p:cNvPr>
          <p:cNvSpPr/>
          <p:nvPr/>
        </p:nvSpPr>
        <p:spPr>
          <a:xfrm>
            <a:off x="1132517" y="1731603"/>
            <a:ext cx="1518903" cy="2440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IOVA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3C1021CD-2ABE-5342-D7AC-BF73D21AE13C}"/>
              </a:ext>
            </a:extLst>
          </p:cNvPr>
          <p:cNvCxnSpPr>
            <a:cxnSpLocks/>
          </p:cNvCxnSpPr>
          <p:nvPr/>
        </p:nvCxnSpPr>
        <p:spPr>
          <a:xfrm flipV="1">
            <a:off x="2516565" y="2194894"/>
            <a:ext cx="0" cy="517335"/>
          </a:xfrm>
          <a:prstGeom prst="straightConnector1">
            <a:avLst/>
          </a:prstGeom>
          <a:ln w="22225">
            <a:solidFill>
              <a:srgbClr val="C0000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2EE7A7BD-FAB8-3053-6A91-581E12AEAFF7}"/>
              </a:ext>
            </a:extLst>
          </p:cNvPr>
          <p:cNvSpPr/>
          <p:nvPr/>
        </p:nvSpPr>
        <p:spPr>
          <a:xfrm rot="20536426">
            <a:off x="2500741" y="2412481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unmap</a:t>
            </a:r>
            <a:endParaRPr lang="en-US" sz="1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2C8B090E-3E8B-316A-E703-AD9D07A1819F}"/>
              </a:ext>
            </a:extLst>
          </p:cNvPr>
          <p:cNvSpPr/>
          <p:nvPr/>
        </p:nvSpPr>
        <p:spPr>
          <a:xfrm>
            <a:off x="3797790" y="481870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11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244910B5-F64E-0A7C-01F2-7314026C1F57}"/>
              </a:ext>
            </a:extLst>
          </p:cNvPr>
          <p:cNvSpPr/>
          <p:nvPr/>
        </p:nvSpPr>
        <p:spPr>
          <a:xfrm>
            <a:off x="333317" y="183532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9292C56-1B18-61E0-722E-D56CF7E98E85}"/>
              </a:ext>
            </a:extLst>
          </p:cNvPr>
          <p:cNvSpPr/>
          <p:nvPr/>
        </p:nvSpPr>
        <p:spPr>
          <a:xfrm>
            <a:off x="257641" y="182832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9A97B0A7-7D84-ACB2-6DC4-E61124304EAD}"/>
              </a:ext>
            </a:extLst>
          </p:cNvPr>
          <p:cNvSpPr/>
          <p:nvPr/>
        </p:nvSpPr>
        <p:spPr>
          <a:xfrm>
            <a:off x="1157237" y="1739494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5C017D1-71EE-76E9-AF88-75BFA2586BD7}"/>
              </a:ext>
            </a:extLst>
          </p:cNvPr>
          <p:cNvSpPr/>
          <p:nvPr/>
        </p:nvSpPr>
        <p:spPr>
          <a:xfrm>
            <a:off x="1081561" y="1732497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175F28BE-85D4-2D93-6301-F88AC7650583}"/>
              </a:ext>
            </a:extLst>
          </p:cNvPr>
          <p:cNvSpPr/>
          <p:nvPr/>
        </p:nvSpPr>
        <p:spPr>
          <a:xfrm>
            <a:off x="2579038" y="2126400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FC4D193-DB64-85A1-EB2D-2B4D5239B702}"/>
              </a:ext>
            </a:extLst>
          </p:cNvPr>
          <p:cNvSpPr/>
          <p:nvPr/>
        </p:nvSpPr>
        <p:spPr>
          <a:xfrm>
            <a:off x="2503362" y="2119403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5F3F2545-C2D7-3268-B483-91686097D9AB}"/>
              </a:ext>
            </a:extLst>
          </p:cNvPr>
          <p:cNvSpPr/>
          <p:nvPr/>
        </p:nvSpPr>
        <p:spPr>
          <a:xfrm>
            <a:off x="3143380" y="2858205"/>
            <a:ext cx="246888" cy="246888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690DD74-704A-8864-A669-36D06AA20C33}"/>
              </a:ext>
            </a:extLst>
          </p:cNvPr>
          <p:cNvSpPr/>
          <p:nvPr/>
        </p:nvSpPr>
        <p:spPr>
          <a:xfrm>
            <a:off x="3057888" y="2851561"/>
            <a:ext cx="452687" cy="240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500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0E9BB-6359-A930-8849-1381CD41A152}"/>
              </a:ext>
            </a:extLst>
          </p:cNvPr>
          <p:cNvSpPr/>
          <p:nvPr/>
        </p:nvSpPr>
        <p:spPr>
          <a:xfrm>
            <a:off x="3321655" y="2916172"/>
            <a:ext cx="797613" cy="17172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</a:p>
          <a:p>
            <a:r>
              <a:rPr lang="en-US" sz="1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</a:p>
        </p:txBody>
      </p: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445761F6-AE98-BF61-9698-3F3489669BB6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50518" y="3119956"/>
            <a:ext cx="351774" cy="443592"/>
          </a:xfrm>
          <a:prstGeom prst="bentConnector2">
            <a:avLst/>
          </a:prstGeom>
          <a:ln w="22225"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>
            <a:extLst>
              <a:ext uri="{FF2B5EF4-FFF2-40B4-BE49-F238E27FC236}">
                <a16:creationId xmlns:a16="http://schemas.microsoft.com/office/drawing/2014/main" id="{004A72C0-69F5-1B79-A0B6-33BE7AA81AD3}"/>
              </a:ext>
            </a:extLst>
          </p:cNvPr>
          <p:cNvSpPr/>
          <p:nvPr/>
        </p:nvSpPr>
        <p:spPr>
          <a:xfrm>
            <a:off x="927830" y="354703"/>
            <a:ext cx="2188644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1 (Pre-DMA) </a:t>
            </a:r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690C5B54-2348-AE8E-4DA7-96F9AC09DE1F}"/>
              </a:ext>
            </a:extLst>
          </p:cNvPr>
          <p:cNvSpPr/>
          <p:nvPr/>
        </p:nvSpPr>
        <p:spPr>
          <a:xfrm>
            <a:off x="3267492" y="450656"/>
            <a:ext cx="182880" cy="1828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4924A7E-AE92-8F52-8D63-0BB2C8B8BC02}"/>
              </a:ext>
            </a:extLst>
          </p:cNvPr>
          <p:cNvSpPr/>
          <p:nvPr/>
        </p:nvSpPr>
        <p:spPr>
          <a:xfrm>
            <a:off x="3358267" y="354703"/>
            <a:ext cx="1769545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2 (DMA) 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0AE8B61A-8F94-4D28-FBE5-16DA159E21F4}"/>
              </a:ext>
            </a:extLst>
          </p:cNvPr>
          <p:cNvSpPr/>
          <p:nvPr/>
        </p:nvSpPr>
        <p:spPr>
          <a:xfrm>
            <a:off x="5369600" y="450656"/>
            <a:ext cx="182880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1"/>
              </a:solidFill>
              <a:latin typeface=""/>
              <a:cs typeface="Times New Roman" panose="02020603050405020304" pitchFamily="18" charset="0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06AE127-463C-999C-A9FC-C0736E8E8E0D}"/>
              </a:ext>
            </a:extLst>
          </p:cNvPr>
          <p:cNvSpPr/>
          <p:nvPr/>
        </p:nvSpPr>
        <p:spPr>
          <a:xfrm>
            <a:off x="5460375" y="354703"/>
            <a:ext cx="2203281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Phase 3 (Post-DMA) 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67942985-B9AD-2971-90C3-DCDC77DE885B}"/>
              </a:ext>
            </a:extLst>
          </p:cNvPr>
          <p:cNvCxnSpPr>
            <a:cxnSpLocks/>
          </p:cNvCxnSpPr>
          <p:nvPr/>
        </p:nvCxnSpPr>
        <p:spPr>
          <a:xfrm>
            <a:off x="2907956" y="1472809"/>
            <a:ext cx="1311397" cy="367305"/>
          </a:xfrm>
          <a:prstGeom prst="straightConnector1">
            <a:avLst/>
          </a:prstGeom>
          <a:ln w="22225">
            <a:solidFill>
              <a:schemeClr val="accent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>
            <a:extLst>
              <a:ext uri="{FF2B5EF4-FFF2-40B4-BE49-F238E27FC236}">
                <a16:creationId xmlns:a16="http://schemas.microsoft.com/office/drawing/2014/main" id="{7EB40EF0-82E0-FF44-E862-6FA58E206ADB}"/>
              </a:ext>
            </a:extLst>
          </p:cNvPr>
          <p:cNvSpPr/>
          <p:nvPr/>
        </p:nvSpPr>
        <p:spPr>
          <a:xfrm>
            <a:off x="3128086" y="1132046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C10182FD-D9A5-9B08-7E3E-1612CFFFD3CB}"/>
              </a:ext>
            </a:extLst>
          </p:cNvPr>
          <p:cNvCxnSpPr>
            <a:cxnSpLocks/>
          </p:cNvCxnSpPr>
          <p:nvPr/>
        </p:nvCxnSpPr>
        <p:spPr>
          <a:xfrm>
            <a:off x="2901449" y="1693123"/>
            <a:ext cx="1311397" cy="367305"/>
          </a:xfrm>
          <a:prstGeom prst="straightConnector1">
            <a:avLst/>
          </a:prstGeom>
          <a:ln w="22225">
            <a:solidFill>
              <a:srgbClr val="C0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9083F59A-8B52-1324-C75A-3E54C803343F}"/>
              </a:ext>
            </a:extLst>
          </p:cNvPr>
          <p:cNvSpPr/>
          <p:nvPr/>
        </p:nvSpPr>
        <p:spPr>
          <a:xfrm>
            <a:off x="7801339" y="4195301"/>
            <a:ext cx="772420" cy="3519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Host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</a:t>
            </a:r>
          </a:p>
        </p:txBody>
      </p:sp>
    </p:spTree>
    <p:extLst>
      <p:ext uri="{BB962C8B-B14F-4D97-AF65-F5344CB8AC3E}">
        <p14:creationId xmlns:p14="http://schemas.microsoft.com/office/powerpoint/2010/main" val="292644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707A14-5D61-2083-1E32-B46A462387DC}"/>
              </a:ext>
            </a:extLst>
          </p:cNvPr>
          <p:cNvSpPr/>
          <p:nvPr/>
        </p:nvSpPr>
        <p:spPr>
          <a:xfrm>
            <a:off x="1158240" y="457791"/>
            <a:ext cx="5892800" cy="240039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03C84E-BB09-E515-374A-798728A2128A}"/>
              </a:ext>
            </a:extLst>
          </p:cNvPr>
          <p:cNvSpPr/>
          <p:nvPr/>
        </p:nvSpPr>
        <p:spPr>
          <a:xfrm>
            <a:off x="1364566" y="1180252"/>
            <a:ext cx="5091333" cy="1571444"/>
          </a:xfrm>
          <a:prstGeom prst="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7E1ED9-C2AE-C9DE-31B3-9EA9AA1BA6DD}"/>
              </a:ext>
            </a:extLst>
          </p:cNvPr>
          <p:cNvSpPr/>
          <p:nvPr/>
        </p:nvSpPr>
        <p:spPr>
          <a:xfrm>
            <a:off x="4229355" y="457791"/>
            <a:ext cx="914401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897BF2-7A4C-343A-CA0B-54F72FB14828}"/>
              </a:ext>
            </a:extLst>
          </p:cNvPr>
          <p:cNvSpPr/>
          <p:nvPr/>
        </p:nvSpPr>
        <p:spPr>
          <a:xfrm>
            <a:off x="1516967" y="1549713"/>
            <a:ext cx="3406726" cy="262211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222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665641-1A06-2A54-3148-1820572DE869}"/>
              </a:ext>
            </a:extLst>
          </p:cNvPr>
          <p:cNvSpPr/>
          <p:nvPr/>
        </p:nvSpPr>
        <p:spPr>
          <a:xfrm>
            <a:off x="1439333" y="2066389"/>
            <a:ext cx="4850099" cy="591124"/>
          </a:xfrm>
          <a:prstGeom prst="rect">
            <a:avLst/>
          </a:prstGeom>
          <a:solidFill>
            <a:schemeClr val="tx2">
              <a:lumMod val="10000"/>
              <a:lumOff val="90000"/>
              <a:alpha val="30000"/>
            </a:schemeClr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41CA54EA-C826-702D-EEAD-BBCA9C175AE9}"/>
              </a:ext>
            </a:extLst>
          </p:cNvPr>
          <p:cNvGrpSpPr/>
          <p:nvPr/>
        </p:nvGrpSpPr>
        <p:grpSpPr>
          <a:xfrm>
            <a:off x="1364565" y="560311"/>
            <a:ext cx="1203605" cy="679136"/>
            <a:chOff x="1364565" y="560311"/>
            <a:chExt cx="1203605" cy="6791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45F8CF-CECD-AA4B-008C-EE6AD807EF7F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843DF3C-944D-2D02-F43E-287F33E65363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C8C93B2-581D-BD83-9406-403A967202CC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7EFA69-7C85-6939-F0D7-C70F506D5673}"/>
              </a:ext>
            </a:extLst>
          </p:cNvPr>
          <p:cNvCxnSpPr>
            <a:cxnSpLocks/>
          </p:cNvCxnSpPr>
          <p:nvPr/>
        </p:nvCxnSpPr>
        <p:spPr>
          <a:xfrm>
            <a:off x="1827795" y="1167599"/>
            <a:ext cx="0" cy="36509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4A148E8-9420-D8BE-7739-B0B7CD1849FB}"/>
              </a:ext>
            </a:extLst>
          </p:cNvPr>
          <p:cNvSpPr/>
          <p:nvPr/>
        </p:nvSpPr>
        <p:spPr>
          <a:xfrm>
            <a:off x="1649460" y="1126215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6D56DC-1F41-FF46-7492-11FA969D6AC1}"/>
              </a:ext>
            </a:extLst>
          </p:cNvPr>
          <p:cNvSpPr/>
          <p:nvPr/>
        </p:nvSpPr>
        <p:spPr>
          <a:xfrm>
            <a:off x="1603096" y="1582315"/>
            <a:ext cx="127161" cy="1871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6E307D-B826-A80F-D8BC-47282C8F8CCC}"/>
              </a:ext>
            </a:extLst>
          </p:cNvPr>
          <p:cNvSpPr/>
          <p:nvPr/>
        </p:nvSpPr>
        <p:spPr>
          <a:xfrm>
            <a:off x="1814697" y="1580762"/>
            <a:ext cx="127153" cy="1871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496F2E-C274-95DA-8E98-7F90C8CF372A}"/>
              </a:ext>
            </a:extLst>
          </p:cNvPr>
          <p:cNvSpPr/>
          <p:nvPr/>
        </p:nvSpPr>
        <p:spPr>
          <a:xfrm>
            <a:off x="2031489" y="1578618"/>
            <a:ext cx="127153" cy="1871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62DBE4C-C7DD-2226-6C17-4E42993DA57C}"/>
              </a:ext>
            </a:extLst>
          </p:cNvPr>
          <p:cNvSpPr/>
          <p:nvPr/>
        </p:nvSpPr>
        <p:spPr>
          <a:xfrm>
            <a:off x="3644950" y="1443431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 Queue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A97B0A0-3A47-DE65-B9EE-BAFBA3959949}"/>
              </a:ext>
            </a:extLst>
          </p:cNvPr>
          <p:cNvSpPr/>
          <p:nvPr/>
        </p:nvSpPr>
        <p:spPr>
          <a:xfrm>
            <a:off x="4857692" y="1146120"/>
            <a:ext cx="1663428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cache_lock</a:t>
            </a:r>
            <a:endParaRPr lang="en-US" sz="15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IO-domain)</a:t>
            </a:r>
            <a:endParaRPr lang="en-US" sz="1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9A8382-3329-3872-E0DF-822A6E8670BC}"/>
              </a:ext>
            </a:extLst>
          </p:cNvPr>
          <p:cNvSpPr/>
          <p:nvPr/>
        </p:nvSpPr>
        <p:spPr>
          <a:xfrm>
            <a:off x="1516967" y="2205638"/>
            <a:ext cx="3406726" cy="285221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8DBF37-5042-A6C6-D3E1-05A076F8C03F}"/>
              </a:ext>
            </a:extLst>
          </p:cNvPr>
          <p:cNvSpPr/>
          <p:nvPr/>
        </p:nvSpPr>
        <p:spPr>
          <a:xfrm>
            <a:off x="1603096" y="2259504"/>
            <a:ext cx="127161" cy="187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26FF737-003D-E733-7715-C4E48EB08B98}"/>
              </a:ext>
            </a:extLst>
          </p:cNvPr>
          <p:cNvSpPr/>
          <p:nvPr/>
        </p:nvSpPr>
        <p:spPr>
          <a:xfrm>
            <a:off x="1814697" y="2257951"/>
            <a:ext cx="127153" cy="187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3032BAF-B81A-0FF0-C998-F3198AE685D1}"/>
              </a:ext>
            </a:extLst>
          </p:cNvPr>
          <p:cNvSpPr/>
          <p:nvPr/>
        </p:nvSpPr>
        <p:spPr>
          <a:xfrm>
            <a:off x="2031489" y="2255807"/>
            <a:ext cx="127153" cy="187100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55A57F-28A9-AA3E-8DDE-A18A31DD25CD}"/>
              </a:ext>
            </a:extLst>
          </p:cNvPr>
          <p:cNvSpPr/>
          <p:nvPr/>
        </p:nvSpPr>
        <p:spPr>
          <a:xfrm>
            <a:off x="2850347" y="2112854"/>
            <a:ext cx="206893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Emulated HW Queue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A1E4D05-9B59-2A80-1989-95AD81ECCDCB}"/>
              </a:ext>
            </a:extLst>
          </p:cNvPr>
          <p:cNvCxnSpPr>
            <a:cxnSpLocks/>
          </p:cNvCxnSpPr>
          <p:nvPr/>
        </p:nvCxnSpPr>
        <p:spPr>
          <a:xfrm>
            <a:off x="2335377" y="1744431"/>
            <a:ext cx="0" cy="47575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13AE7866-9DD6-6F15-0927-B15350D764DD}"/>
              </a:ext>
            </a:extLst>
          </p:cNvPr>
          <p:cNvSpPr/>
          <p:nvPr/>
        </p:nvSpPr>
        <p:spPr>
          <a:xfrm>
            <a:off x="2140502" y="1735388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4DA361A-6BD7-BBA9-1985-CA117F4DF852}"/>
              </a:ext>
            </a:extLst>
          </p:cNvPr>
          <p:cNvSpPr/>
          <p:nvPr/>
        </p:nvSpPr>
        <p:spPr>
          <a:xfrm>
            <a:off x="4790306" y="2070265"/>
            <a:ext cx="1663428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q_lock</a:t>
            </a:r>
            <a:endParaRPr lang="en-US" sz="15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invalidation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C7A23AD-10C1-635F-F585-93CF5E3332EE}"/>
              </a:ext>
            </a:extLst>
          </p:cNvPr>
          <p:cNvSpPr/>
          <p:nvPr/>
        </p:nvSpPr>
        <p:spPr>
          <a:xfrm>
            <a:off x="4801471" y="2453681"/>
            <a:ext cx="1663428" cy="217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CFC3445-6128-8656-AD50-A93A40BCEA6E}"/>
              </a:ext>
            </a:extLst>
          </p:cNvPr>
          <p:cNvSpPr/>
          <p:nvPr/>
        </p:nvSpPr>
        <p:spPr>
          <a:xfrm>
            <a:off x="6223346" y="483092"/>
            <a:ext cx="914401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Guest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4931EC-AA2C-F7A7-5C37-C5B7FFB04D4D}"/>
              </a:ext>
            </a:extLst>
          </p:cNvPr>
          <p:cNvSpPr/>
          <p:nvPr/>
        </p:nvSpPr>
        <p:spPr>
          <a:xfrm>
            <a:off x="6352729" y="2881399"/>
            <a:ext cx="1121497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Hypervisor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53362E-9AAB-6BEC-5CB7-4AF069E4C7D1}"/>
              </a:ext>
            </a:extLst>
          </p:cNvPr>
          <p:cNvSpPr/>
          <p:nvPr/>
        </p:nvSpPr>
        <p:spPr>
          <a:xfrm>
            <a:off x="1147080" y="3272781"/>
            <a:ext cx="6327146" cy="172368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7F90A34-3BEF-B380-BA99-07395C156CB3}"/>
              </a:ext>
            </a:extLst>
          </p:cNvPr>
          <p:cNvSpPr/>
          <p:nvPr/>
        </p:nvSpPr>
        <p:spPr>
          <a:xfrm>
            <a:off x="1353405" y="3388583"/>
            <a:ext cx="5259429" cy="14722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A88FCDA-3CD4-4D06-B670-DD6C5C1F7516}"/>
              </a:ext>
            </a:extLst>
          </p:cNvPr>
          <p:cNvSpPr/>
          <p:nvPr/>
        </p:nvSpPr>
        <p:spPr>
          <a:xfrm>
            <a:off x="1505807" y="3685952"/>
            <a:ext cx="3406726" cy="255485"/>
          </a:xfrm>
          <a:prstGeom prst="rect">
            <a:avLst/>
          </a:prstGeom>
          <a:solidFill>
            <a:schemeClr val="accent3">
              <a:lumMod val="20000"/>
              <a:lumOff val="80000"/>
              <a:alpha val="50000"/>
            </a:schemeClr>
          </a:solidFill>
          <a:ln w="2222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C59987B-EA22-8EE5-8B21-3FED0198A098}"/>
              </a:ext>
            </a:extLst>
          </p:cNvPr>
          <p:cNvSpPr/>
          <p:nvPr/>
        </p:nvSpPr>
        <p:spPr>
          <a:xfrm>
            <a:off x="1428173" y="4200355"/>
            <a:ext cx="5081787" cy="525906"/>
          </a:xfrm>
          <a:prstGeom prst="rect">
            <a:avLst/>
          </a:prstGeom>
          <a:solidFill>
            <a:schemeClr val="tx2">
              <a:lumMod val="10000"/>
              <a:lumOff val="90000"/>
              <a:alpha val="30000"/>
            </a:schemeClr>
          </a:solidFill>
          <a:ln w="254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B06759A-6076-2CA2-9401-81D8A7E5E05B}"/>
              </a:ext>
            </a:extLst>
          </p:cNvPr>
          <p:cNvCxnSpPr>
            <a:cxnSpLocks/>
          </p:cNvCxnSpPr>
          <p:nvPr/>
        </p:nvCxnSpPr>
        <p:spPr>
          <a:xfrm>
            <a:off x="2333270" y="3256742"/>
            <a:ext cx="0" cy="444406"/>
          </a:xfrm>
          <a:prstGeom prst="straightConnector1">
            <a:avLst/>
          </a:prstGeom>
          <a:ln w="158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54788A9-6049-29D9-2E40-0E6B58FE8508}"/>
              </a:ext>
            </a:extLst>
          </p:cNvPr>
          <p:cNvSpPr/>
          <p:nvPr/>
        </p:nvSpPr>
        <p:spPr>
          <a:xfrm>
            <a:off x="2026438" y="3306784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IR-PREP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6B5C9DE-11F8-BF49-A24F-64A29652EA41}"/>
              </a:ext>
            </a:extLst>
          </p:cNvPr>
          <p:cNvSpPr/>
          <p:nvPr/>
        </p:nvSpPr>
        <p:spPr>
          <a:xfrm>
            <a:off x="1591936" y="3740125"/>
            <a:ext cx="81161" cy="14429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549F33F-1E06-87F1-CFAC-876D42A6939C}"/>
              </a:ext>
            </a:extLst>
          </p:cNvPr>
          <p:cNvSpPr/>
          <p:nvPr/>
        </p:nvSpPr>
        <p:spPr>
          <a:xfrm>
            <a:off x="1717365" y="3741191"/>
            <a:ext cx="81162" cy="144295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7505618-E5A8-7D9E-D916-E566E6D096C0}"/>
              </a:ext>
            </a:extLst>
          </p:cNvPr>
          <p:cNvSpPr/>
          <p:nvPr/>
        </p:nvSpPr>
        <p:spPr>
          <a:xfrm>
            <a:off x="1853349" y="3738267"/>
            <a:ext cx="77341" cy="150916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7113719-AE93-91F0-C884-B1CBA2BAE0AC}"/>
              </a:ext>
            </a:extLst>
          </p:cNvPr>
          <p:cNvSpPr/>
          <p:nvPr/>
        </p:nvSpPr>
        <p:spPr>
          <a:xfrm>
            <a:off x="3634927" y="3581643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 Queue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1681126-D425-9F13-6B0B-93CE528FD008}"/>
              </a:ext>
            </a:extLst>
          </p:cNvPr>
          <p:cNvSpPr/>
          <p:nvPr/>
        </p:nvSpPr>
        <p:spPr>
          <a:xfrm>
            <a:off x="5138721" y="3426694"/>
            <a:ext cx="1663428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cache_lock</a:t>
            </a:r>
            <a:endParaRPr lang="en-US" sz="1400" b="1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IO-domain)</a:t>
            </a:r>
            <a:endParaRPr lang="en-US" sz="14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D46AB0A-0142-E4B1-0746-97477C65CC3F}"/>
              </a:ext>
            </a:extLst>
          </p:cNvPr>
          <p:cNvSpPr/>
          <p:nvPr/>
        </p:nvSpPr>
        <p:spPr>
          <a:xfrm>
            <a:off x="1505807" y="4312762"/>
            <a:ext cx="3406726" cy="272487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F8E82655-BB1B-384C-80A8-D8F1D67D8B8A}"/>
              </a:ext>
            </a:extLst>
          </p:cNvPr>
          <p:cNvSpPr/>
          <p:nvPr/>
        </p:nvSpPr>
        <p:spPr>
          <a:xfrm>
            <a:off x="1591937" y="4376159"/>
            <a:ext cx="81160" cy="152018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91019C6-AE24-7F1C-BE59-571EFB79BCA1}"/>
              </a:ext>
            </a:extLst>
          </p:cNvPr>
          <p:cNvSpPr/>
          <p:nvPr/>
        </p:nvSpPr>
        <p:spPr>
          <a:xfrm>
            <a:off x="1732884" y="4380432"/>
            <a:ext cx="75886" cy="147745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CB72180-3763-40A4-1B37-98912BE1C0CF}"/>
              </a:ext>
            </a:extLst>
          </p:cNvPr>
          <p:cNvSpPr/>
          <p:nvPr/>
        </p:nvSpPr>
        <p:spPr>
          <a:xfrm>
            <a:off x="1864443" y="4376230"/>
            <a:ext cx="75886" cy="151947"/>
          </a:xfrm>
          <a:prstGeom prst="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54947B4D-F18E-2562-FE14-585043989918}"/>
              </a:ext>
            </a:extLst>
          </p:cNvPr>
          <p:cNvSpPr/>
          <p:nvPr/>
        </p:nvSpPr>
        <p:spPr>
          <a:xfrm>
            <a:off x="2585770" y="4221014"/>
            <a:ext cx="2295849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HW Invalidation Queue</a:t>
            </a:r>
            <a:endParaRPr lang="en-US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E226C66-9C35-43C2-F0F8-5902A3D35A7B}"/>
              </a:ext>
            </a:extLst>
          </p:cNvPr>
          <p:cNvCxnSpPr>
            <a:cxnSpLocks/>
          </p:cNvCxnSpPr>
          <p:nvPr/>
        </p:nvCxnSpPr>
        <p:spPr>
          <a:xfrm flipH="1">
            <a:off x="2323104" y="3921226"/>
            <a:ext cx="1113" cy="395535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0B8EA6F0-3F1E-1DAB-DC32-8111574E1E00}"/>
              </a:ext>
            </a:extLst>
          </p:cNvPr>
          <p:cNvSpPr/>
          <p:nvPr/>
        </p:nvSpPr>
        <p:spPr>
          <a:xfrm>
            <a:off x="1998970" y="3858545"/>
            <a:ext cx="1408046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IR-SUB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7EF06027-23D4-1BAF-04DE-BA613AE69436}"/>
              </a:ext>
            </a:extLst>
          </p:cNvPr>
          <p:cNvSpPr/>
          <p:nvPr/>
        </p:nvSpPr>
        <p:spPr>
          <a:xfrm>
            <a:off x="4683124" y="4226876"/>
            <a:ext cx="1650821" cy="435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q_lock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ctr"/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(per invalidation</a:t>
            </a:r>
            <a:endParaRPr lang="en-US" sz="14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95B10E2D-BFD7-9861-5E32-FF07AAD2A052}"/>
              </a:ext>
            </a:extLst>
          </p:cNvPr>
          <p:cNvSpPr/>
          <p:nvPr/>
        </p:nvSpPr>
        <p:spPr>
          <a:xfrm>
            <a:off x="5439715" y="4429248"/>
            <a:ext cx="1663428" cy="217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en-US" sz="1600" b="1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E517DB83-186C-8F55-DC23-F8293A0958EA}"/>
              </a:ext>
            </a:extLst>
          </p:cNvPr>
          <p:cNvSpPr/>
          <p:nvPr/>
        </p:nvSpPr>
        <p:spPr>
          <a:xfrm>
            <a:off x="6664555" y="3267352"/>
            <a:ext cx="914401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CCDCC583-1F13-6FBE-97D1-0104293995AC}"/>
              </a:ext>
            </a:extLst>
          </p:cNvPr>
          <p:cNvCxnSpPr>
            <a:cxnSpLocks/>
          </p:cNvCxnSpPr>
          <p:nvPr/>
        </p:nvCxnSpPr>
        <p:spPr>
          <a:xfrm>
            <a:off x="2335377" y="2671500"/>
            <a:ext cx="0" cy="585242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C1EF7DE1-F4AB-FFBA-C7D8-D45F6074525B}"/>
              </a:ext>
            </a:extLst>
          </p:cNvPr>
          <p:cNvSpPr/>
          <p:nvPr/>
        </p:nvSpPr>
        <p:spPr>
          <a:xfrm>
            <a:off x="2323103" y="2873634"/>
            <a:ext cx="1347891" cy="3369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VM Exit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2D63B08-D86F-02E3-347C-F1AB08CADB53}"/>
              </a:ext>
            </a:extLst>
          </p:cNvPr>
          <p:cNvSpPr/>
          <p:nvPr/>
        </p:nvSpPr>
        <p:spPr>
          <a:xfrm>
            <a:off x="1158240" y="5107967"/>
            <a:ext cx="6327146" cy="59425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3D103E8-D88A-62FE-E7BB-7496A5100836}"/>
              </a:ext>
            </a:extLst>
          </p:cNvPr>
          <p:cNvSpPr/>
          <p:nvPr/>
        </p:nvSpPr>
        <p:spPr>
          <a:xfrm>
            <a:off x="1407201" y="5239625"/>
            <a:ext cx="2335671" cy="34957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IOMMIU</a:t>
            </a:r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04B8B8BB-20CF-A820-FDFC-62E96DB84FB7}"/>
              </a:ext>
            </a:extLst>
          </p:cNvPr>
          <p:cNvCxnSpPr>
            <a:cxnSpLocks/>
          </p:cNvCxnSpPr>
          <p:nvPr/>
        </p:nvCxnSpPr>
        <p:spPr>
          <a:xfrm flipH="1">
            <a:off x="2322374" y="4590960"/>
            <a:ext cx="8536" cy="675717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C4D25C17-1372-504F-236D-353530D74D92}"/>
              </a:ext>
            </a:extLst>
          </p:cNvPr>
          <p:cNvSpPr/>
          <p:nvPr/>
        </p:nvSpPr>
        <p:spPr>
          <a:xfrm>
            <a:off x="3917440" y="5227579"/>
            <a:ext cx="924709" cy="34957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ACF57F7-A9B4-5262-BCFB-F5B537529AD3}"/>
              </a:ext>
            </a:extLst>
          </p:cNvPr>
          <p:cNvSpPr/>
          <p:nvPr/>
        </p:nvSpPr>
        <p:spPr>
          <a:xfrm>
            <a:off x="5016717" y="5224477"/>
            <a:ext cx="924709" cy="349578"/>
          </a:xfrm>
          <a:prstGeom prst="rect">
            <a:avLst/>
          </a:prstGeom>
          <a:solidFill>
            <a:schemeClr val="accent1">
              <a:lumMod val="20000"/>
              <a:lumOff val="80000"/>
              <a:alpha val="50000"/>
            </a:schemeClr>
          </a:solidFill>
          <a:ln w="222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NIC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2817D2DD-2B91-61D0-8C67-024D92D9608B}"/>
              </a:ext>
            </a:extLst>
          </p:cNvPr>
          <p:cNvGrpSpPr/>
          <p:nvPr/>
        </p:nvGrpSpPr>
        <p:grpSpPr>
          <a:xfrm>
            <a:off x="2420854" y="567601"/>
            <a:ext cx="1203605" cy="679136"/>
            <a:chOff x="1364565" y="560311"/>
            <a:chExt cx="1203605" cy="679136"/>
          </a:xfrm>
        </p:grpSpPr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8F7E989D-0490-9E41-F395-99938DA36BE4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05" name="Straight Arrow Connector 104">
              <a:extLst>
                <a:ext uri="{FF2B5EF4-FFF2-40B4-BE49-F238E27FC236}">
                  <a16:creationId xmlns:a16="http://schemas.microsoft.com/office/drawing/2014/main" id="{4ADFA6AF-D9A6-F387-C9A7-2EA7F1A04A68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6EEEF069-176F-3DBB-444D-A29C62D4903A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3055F00-B76C-6329-3914-28A7A4D93F86}"/>
              </a:ext>
            </a:extLst>
          </p:cNvPr>
          <p:cNvGrpSpPr/>
          <p:nvPr/>
        </p:nvGrpSpPr>
        <p:grpSpPr>
          <a:xfrm>
            <a:off x="3516411" y="565841"/>
            <a:ext cx="1203605" cy="679136"/>
            <a:chOff x="1364565" y="560311"/>
            <a:chExt cx="1203605" cy="679136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0F5F5794-824A-3B4F-F881-AC47294B9308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F900EBF1-ABE9-8FE7-7F3E-BB371F246423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52A3553-5804-7293-B4A0-8586D34F09B5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E322A566-DAB4-34BD-1252-69FB5975258F}"/>
              </a:ext>
            </a:extLst>
          </p:cNvPr>
          <p:cNvGrpSpPr/>
          <p:nvPr/>
        </p:nvGrpSpPr>
        <p:grpSpPr>
          <a:xfrm>
            <a:off x="4953877" y="564834"/>
            <a:ext cx="1203605" cy="679136"/>
            <a:chOff x="1364565" y="560311"/>
            <a:chExt cx="1203605" cy="679136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0079516-D51B-45A5-3B27-EF2ADA803F03}"/>
                </a:ext>
              </a:extLst>
            </p:cNvPr>
            <p:cNvSpPr/>
            <p:nvPr/>
          </p:nvSpPr>
          <p:spPr>
            <a:xfrm>
              <a:off x="1364565" y="560311"/>
              <a:ext cx="914401" cy="33696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vCPU</a:t>
              </a:r>
            </a:p>
          </p:txBody>
        </p: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2B04E5AE-D3F0-5190-5AEB-63611BAD99AD}"/>
                </a:ext>
              </a:extLst>
            </p:cNvPr>
            <p:cNvCxnSpPr>
              <a:cxnSpLocks/>
            </p:cNvCxnSpPr>
            <p:nvPr/>
          </p:nvCxnSpPr>
          <p:spPr>
            <a:xfrm>
              <a:off x="1821766" y="905347"/>
              <a:ext cx="0" cy="284596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C47A3EF-D959-3687-43F6-69C4964C9AFF}"/>
                </a:ext>
              </a:extLst>
            </p:cNvPr>
            <p:cNvSpPr/>
            <p:nvPr/>
          </p:nvSpPr>
          <p:spPr>
            <a:xfrm>
              <a:off x="1653769" y="803809"/>
              <a:ext cx="914401" cy="43563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IR</a:t>
              </a:r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8392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194</Words>
  <Application>Microsoft Macintosh PowerPoint</Application>
  <PresentationFormat>Widescreen</PresentationFormat>
  <Paragraphs>118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Xu, Tianyin</dc:creator>
  <cp:lastModifiedBy>Xu, Tianyin</cp:lastModifiedBy>
  <cp:revision>1</cp:revision>
  <dcterms:created xsi:type="dcterms:W3CDTF">2026-03-28T22:09:05Z</dcterms:created>
  <dcterms:modified xsi:type="dcterms:W3CDTF">2026-03-28T23:17:22Z</dcterms:modified>
</cp:coreProperties>
</file>